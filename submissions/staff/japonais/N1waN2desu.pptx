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7" autoAdjust="0"/>
    <p:restoredTop sz="94723" autoAdjust="0"/>
  </p:normalViewPr>
  <p:slideViewPr>
    <p:cSldViewPr>
      <p:cViewPr varScale="1">
        <p:scale>
          <a:sx n="98" d="100"/>
          <a:sy n="98" d="100"/>
        </p:scale>
        <p:origin x="-114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D0930-08B4-47A0-8BC9-A6BB72F0F50C}" type="datetimeFigureOut">
              <a:rPr lang="fr-FR" smtClean="0"/>
              <a:t>22/10/2020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BAB83-96A3-4A1E-8C74-C9FBCFBDB5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116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D0930-08B4-47A0-8BC9-A6BB72F0F50C}" type="datetimeFigureOut">
              <a:rPr lang="fr-FR" smtClean="0"/>
              <a:t>22/10/2020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BAB83-96A3-4A1E-8C74-C9FBCFBDB5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5969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D0930-08B4-47A0-8BC9-A6BB72F0F50C}" type="datetimeFigureOut">
              <a:rPr lang="fr-FR" smtClean="0"/>
              <a:t>22/10/2020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BAB83-96A3-4A1E-8C74-C9FBCFBDB5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1217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D0930-08B4-47A0-8BC9-A6BB72F0F50C}" type="datetimeFigureOut">
              <a:rPr lang="fr-FR" smtClean="0"/>
              <a:t>22/10/2020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BAB83-96A3-4A1E-8C74-C9FBCFBDB5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3526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D0930-08B4-47A0-8BC9-A6BB72F0F50C}" type="datetimeFigureOut">
              <a:rPr lang="fr-FR" smtClean="0"/>
              <a:t>22/10/2020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BAB83-96A3-4A1E-8C74-C9FBCFBDB5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7075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D0930-08B4-47A0-8BC9-A6BB72F0F50C}" type="datetimeFigureOut">
              <a:rPr lang="fr-FR" smtClean="0"/>
              <a:t>22/10/2020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BAB83-96A3-4A1E-8C74-C9FBCFBDB5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1813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D0930-08B4-47A0-8BC9-A6BB72F0F50C}" type="datetimeFigureOut">
              <a:rPr lang="fr-FR" smtClean="0"/>
              <a:t>22/10/2020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BAB83-96A3-4A1E-8C74-C9FBCFBDB5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0429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D0930-08B4-47A0-8BC9-A6BB72F0F50C}" type="datetimeFigureOut">
              <a:rPr lang="fr-FR" smtClean="0"/>
              <a:t>22/10/2020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BAB83-96A3-4A1E-8C74-C9FBCFBDB5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7330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D0930-08B4-47A0-8BC9-A6BB72F0F50C}" type="datetimeFigureOut">
              <a:rPr lang="fr-FR" smtClean="0"/>
              <a:t>22/10/2020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BAB83-96A3-4A1E-8C74-C9FBCFBDB5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5525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D0930-08B4-47A0-8BC9-A6BB72F0F50C}" type="datetimeFigureOut">
              <a:rPr lang="fr-FR" smtClean="0"/>
              <a:t>22/10/2020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BAB83-96A3-4A1E-8C74-C9FBCFBDB5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068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D0930-08B4-47A0-8BC9-A6BB72F0F50C}" type="datetimeFigureOut">
              <a:rPr lang="fr-FR" smtClean="0"/>
              <a:t>22/10/2020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BAB83-96A3-4A1E-8C74-C9FBCFBDB5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0197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DD0930-08B4-47A0-8BC9-A6BB72F0F50C}" type="datetimeFigureOut">
              <a:rPr lang="fr-FR" smtClean="0"/>
              <a:t>22/10/2020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4BAB83-96A3-4A1E-8C74-C9FBCFBDB5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1903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899592" y="476672"/>
            <a:ext cx="7772400" cy="1470025"/>
          </a:xfrm>
        </p:spPr>
        <p:txBody>
          <a:bodyPr>
            <a:noAutofit/>
          </a:bodyPr>
          <a:lstStyle/>
          <a:p>
            <a:r>
              <a:rPr lang="fr-FR" sz="9600" dirty="0" smtClean="0"/>
              <a:t>N1</a:t>
            </a:r>
            <a:r>
              <a:rPr lang="ja-JP" altLang="fr-FR" sz="9600" dirty="0" smtClean="0"/>
              <a:t>は</a:t>
            </a:r>
            <a:r>
              <a:rPr lang="fr-FR" altLang="ja-JP" sz="9600" dirty="0" smtClean="0"/>
              <a:t>N2</a:t>
            </a:r>
            <a:r>
              <a:rPr lang="ja-JP" altLang="fr-FR" sz="9600" dirty="0" smtClean="0">
                <a:solidFill>
                  <a:schemeClr val="tx2"/>
                </a:solidFill>
              </a:rPr>
              <a:t>です</a:t>
            </a:r>
            <a:endParaRPr lang="fr-FR" sz="9600" dirty="0">
              <a:solidFill>
                <a:schemeClr val="tx2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547664" y="548680"/>
            <a:ext cx="1443283" cy="14401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/>
          <p:cNvSpPr/>
          <p:nvPr/>
        </p:nvSpPr>
        <p:spPr>
          <a:xfrm>
            <a:off x="4355976" y="551182"/>
            <a:ext cx="1368152" cy="1440160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/>
          <p:cNvSpPr/>
          <p:nvPr/>
        </p:nvSpPr>
        <p:spPr>
          <a:xfrm>
            <a:off x="2990946" y="551182"/>
            <a:ext cx="1365029" cy="1437658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ZoneTexte 14"/>
          <p:cNvSpPr txBox="1"/>
          <p:nvPr/>
        </p:nvSpPr>
        <p:spPr>
          <a:xfrm>
            <a:off x="1880164" y="2348880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Pronom</a:t>
            </a:r>
            <a:endParaRPr lang="fr-FR" dirty="0"/>
          </a:p>
        </p:txBody>
      </p:sp>
      <p:sp>
        <p:nvSpPr>
          <p:cNvPr id="16" name="Rectangle 15"/>
          <p:cNvSpPr/>
          <p:nvPr/>
        </p:nvSpPr>
        <p:spPr>
          <a:xfrm>
            <a:off x="1880286" y="2348880"/>
            <a:ext cx="1008112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6"/>
          <p:cNvSpPr txBox="1"/>
          <p:nvPr/>
        </p:nvSpPr>
        <p:spPr>
          <a:xfrm>
            <a:off x="4589417" y="2348880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Nom</a:t>
            </a:r>
            <a:endParaRPr lang="fr-FR" dirty="0"/>
          </a:p>
        </p:txBody>
      </p:sp>
      <p:sp>
        <p:nvSpPr>
          <p:cNvPr id="18" name="ZoneTexte 17"/>
          <p:cNvSpPr txBox="1"/>
          <p:nvPr/>
        </p:nvSpPr>
        <p:spPr>
          <a:xfrm>
            <a:off x="4644008" y="2996952"/>
            <a:ext cx="3326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Nationalité (nom de pays +</a:t>
            </a:r>
            <a:r>
              <a:rPr lang="ja-JP" altLang="fr-FR" dirty="0" smtClean="0"/>
              <a:t>　じん</a:t>
            </a:r>
            <a:r>
              <a:rPr lang="fr-FR" altLang="ja-JP" dirty="0" smtClean="0"/>
              <a:t>)</a:t>
            </a:r>
          </a:p>
        </p:txBody>
      </p:sp>
      <p:sp>
        <p:nvSpPr>
          <p:cNvPr id="19" name="ZoneTexte 18"/>
          <p:cNvSpPr txBox="1"/>
          <p:nvPr/>
        </p:nvSpPr>
        <p:spPr>
          <a:xfrm>
            <a:off x="4761925" y="4661872"/>
            <a:ext cx="808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métier</a:t>
            </a:r>
            <a:endParaRPr lang="fr-FR" dirty="0"/>
          </a:p>
        </p:txBody>
      </p:sp>
      <p:sp>
        <p:nvSpPr>
          <p:cNvPr id="20" name="ZoneTexte 19"/>
          <p:cNvSpPr txBox="1"/>
          <p:nvPr/>
        </p:nvSpPr>
        <p:spPr>
          <a:xfrm>
            <a:off x="4796732" y="5989930"/>
            <a:ext cx="23675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Âge (chiffre + </a:t>
            </a:r>
            <a:r>
              <a:rPr lang="ja-JP" altLang="fr-FR" dirty="0" smtClean="0"/>
              <a:t>さい</a:t>
            </a:r>
            <a:r>
              <a:rPr lang="fr-FR" altLang="ja-JP" dirty="0" smtClean="0"/>
              <a:t>)</a:t>
            </a:r>
          </a:p>
          <a:p>
            <a:r>
              <a:rPr lang="fr-FR" dirty="0"/>
              <a:t> </a:t>
            </a:r>
            <a:r>
              <a:rPr lang="fr-FR" dirty="0" smtClean="0"/>
              <a:t>   </a:t>
            </a:r>
            <a:endParaRPr lang="fr-FR" dirty="0"/>
          </a:p>
        </p:txBody>
      </p:sp>
      <p:sp>
        <p:nvSpPr>
          <p:cNvPr id="21" name="Rectangle 20"/>
          <p:cNvSpPr/>
          <p:nvPr/>
        </p:nvSpPr>
        <p:spPr>
          <a:xfrm>
            <a:off x="4657722" y="2348880"/>
            <a:ext cx="648072" cy="3693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 21"/>
          <p:cNvSpPr/>
          <p:nvPr/>
        </p:nvSpPr>
        <p:spPr>
          <a:xfrm>
            <a:off x="4657722" y="2996952"/>
            <a:ext cx="3226646" cy="3693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22"/>
          <p:cNvSpPr/>
          <p:nvPr/>
        </p:nvSpPr>
        <p:spPr>
          <a:xfrm>
            <a:off x="4754061" y="4688609"/>
            <a:ext cx="824346" cy="3693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Rectangle 23"/>
          <p:cNvSpPr/>
          <p:nvPr/>
        </p:nvSpPr>
        <p:spPr>
          <a:xfrm>
            <a:off x="4796732" y="6024983"/>
            <a:ext cx="1991904" cy="3693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ZoneTexte 24"/>
          <p:cNvSpPr txBox="1"/>
          <p:nvPr/>
        </p:nvSpPr>
        <p:spPr>
          <a:xfrm>
            <a:off x="3483839" y="1635237"/>
            <a:ext cx="457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 smtClean="0"/>
              <a:t>wa</a:t>
            </a:r>
            <a:endParaRPr lang="fr-FR" dirty="0"/>
          </a:p>
        </p:txBody>
      </p:sp>
      <p:sp>
        <p:nvSpPr>
          <p:cNvPr id="26" name="ZoneTexte 25"/>
          <p:cNvSpPr txBox="1"/>
          <p:nvPr/>
        </p:nvSpPr>
        <p:spPr>
          <a:xfrm rot="10800000" flipV="1">
            <a:off x="6372200" y="1819903"/>
            <a:ext cx="1002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</a:t>
            </a:r>
            <a:r>
              <a:rPr lang="fr-FR" dirty="0" smtClean="0"/>
              <a:t>e    su</a:t>
            </a:r>
            <a:endParaRPr lang="fr-FR" dirty="0"/>
          </a:p>
        </p:txBody>
      </p:sp>
      <p:sp>
        <p:nvSpPr>
          <p:cNvPr id="27" name="ZoneTexte 26"/>
          <p:cNvSpPr txBox="1"/>
          <p:nvPr/>
        </p:nvSpPr>
        <p:spPr>
          <a:xfrm>
            <a:off x="7374971" y="3284984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j</a:t>
            </a:r>
            <a:r>
              <a:rPr lang="fr-FR" dirty="0" err="1" smtClean="0"/>
              <a:t>i</a:t>
            </a:r>
            <a:r>
              <a:rPr lang="fr-FR" dirty="0" smtClean="0"/>
              <a:t> n</a:t>
            </a:r>
            <a:endParaRPr lang="fr-FR" dirty="0"/>
          </a:p>
        </p:txBody>
      </p:sp>
      <p:sp>
        <p:nvSpPr>
          <p:cNvPr id="28" name="ZoneTexte 27"/>
          <p:cNvSpPr txBox="1"/>
          <p:nvPr/>
        </p:nvSpPr>
        <p:spPr>
          <a:xfrm>
            <a:off x="6084168" y="3453343"/>
            <a:ext cx="9637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fr-FR" dirty="0"/>
              <a:t>フラン</a:t>
            </a:r>
            <a:r>
              <a:rPr lang="ja-JP" altLang="fr-FR" dirty="0" smtClean="0"/>
              <a:t>ス</a:t>
            </a:r>
            <a:endParaRPr lang="fr-FR" altLang="ja-JP" dirty="0" smtClean="0"/>
          </a:p>
          <a:p>
            <a:r>
              <a:rPr lang="fr-FR" altLang="ja-JP" dirty="0" err="1" smtClean="0"/>
              <a:t>furansu</a:t>
            </a:r>
            <a:endParaRPr lang="fr-FR" altLang="ja-JP" dirty="0" smtClean="0"/>
          </a:p>
        </p:txBody>
      </p:sp>
      <p:sp>
        <p:nvSpPr>
          <p:cNvPr id="29" name="ZoneTexte 28"/>
          <p:cNvSpPr txBox="1"/>
          <p:nvPr/>
        </p:nvSpPr>
        <p:spPr>
          <a:xfrm>
            <a:off x="6193172" y="4101341"/>
            <a:ext cx="8547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fr-FR" dirty="0" smtClean="0"/>
              <a:t>にほん</a:t>
            </a:r>
            <a:endParaRPr lang="fr-FR" altLang="ja-JP" dirty="0" smtClean="0"/>
          </a:p>
          <a:p>
            <a:r>
              <a:rPr lang="fr-FR" dirty="0" err="1" smtClean="0"/>
              <a:t>nihon</a:t>
            </a:r>
            <a:endParaRPr lang="fr-FR" dirty="0"/>
          </a:p>
        </p:txBody>
      </p:sp>
      <p:sp>
        <p:nvSpPr>
          <p:cNvPr id="30" name="Rectangle 29"/>
          <p:cNvSpPr/>
          <p:nvPr/>
        </p:nvSpPr>
        <p:spPr>
          <a:xfrm>
            <a:off x="5885561" y="2996952"/>
            <a:ext cx="1206719" cy="175072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ZoneTexte 30"/>
          <p:cNvSpPr txBox="1"/>
          <p:nvPr/>
        </p:nvSpPr>
        <p:spPr>
          <a:xfrm>
            <a:off x="4796732" y="5057941"/>
            <a:ext cx="16921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fr-FR" dirty="0" smtClean="0"/>
              <a:t>がくせい</a:t>
            </a:r>
            <a:endParaRPr lang="fr-FR" altLang="ja-JP" dirty="0" smtClean="0"/>
          </a:p>
          <a:p>
            <a:r>
              <a:rPr lang="fr-FR" dirty="0" err="1" smtClean="0"/>
              <a:t>Gakus</a:t>
            </a:r>
            <a:r>
              <a:rPr lang="fr-FR" dirty="0" err="1" smtClean="0">
                <a:solidFill>
                  <a:srgbClr val="FF0000"/>
                </a:solidFill>
              </a:rPr>
              <a:t>ei</a:t>
            </a:r>
            <a:r>
              <a:rPr lang="ja-JP" altLang="fr-FR" dirty="0" smtClean="0">
                <a:solidFill>
                  <a:srgbClr val="FF0000"/>
                </a:solidFill>
              </a:rPr>
              <a:t>→</a:t>
            </a:r>
            <a:r>
              <a:rPr lang="fr-FR" altLang="ja-JP" dirty="0" smtClean="0">
                <a:solidFill>
                  <a:srgbClr val="FF0000"/>
                </a:solidFill>
              </a:rPr>
              <a:t>ê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024" name="ZoneTexte 1023"/>
          <p:cNvSpPr txBox="1"/>
          <p:nvPr/>
        </p:nvSpPr>
        <p:spPr>
          <a:xfrm>
            <a:off x="6214134" y="6128429"/>
            <a:ext cx="1149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 smtClean="0"/>
              <a:t>sai</a:t>
            </a:r>
            <a:endParaRPr lang="fr-FR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9423" y="4837767"/>
            <a:ext cx="1687062" cy="1984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43" y="20703"/>
            <a:ext cx="1412236" cy="1327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ZoneTexte 6"/>
          <p:cNvSpPr txBox="1"/>
          <p:nvPr/>
        </p:nvSpPr>
        <p:spPr>
          <a:xfrm>
            <a:off x="1981827" y="2812286"/>
            <a:ext cx="805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fr-FR" dirty="0" smtClean="0"/>
              <a:t>わたし</a:t>
            </a:r>
            <a:endParaRPr lang="fr-FR" dirty="0"/>
          </a:p>
        </p:txBody>
      </p:sp>
      <p:sp>
        <p:nvSpPr>
          <p:cNvPr id="8" name="ZoneTexte 7"/>
          <p:cNvSpPr txBox="1"/>
          <p:nvPr/>
        </p:nvSpPr>
        <p:spPr>
          <a:xfrm>
            <a:off x="1981827" y="3100318"/>
            <a:ext cx="9049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 smtClean="0"/>
              <a:t>watashi</a:t>
            </a:r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554608" y="4873275"/>
            <a:ext cx="2232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fr-FR" dirty="0" smtClean="0"/>
              <a:t>モロッコ</a:t>
            </a:r>
            <a:r>
              <a:rPr lang="fr-FR" altLang="ja-JP" dirty="0" smtClean="0"/>
              <a:t> </a:t>
            </a:r>
            <a:r>
              <a:rPr lang="fr-FR" altLang="ja-JP" dirty="0" err="1" smtClean="0"/>
              <a:t>morokko</a:t>
            </a:r>
            <a:endParaRPr 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485156" y="5334940"/>
            <a:ext cx="1992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fr-FR" dirty="0" smtClean="0"/>
              <a:t>チュニジア</a:t>
            </a:r>
            <a:r>
              <a:rPr lang="en-US" altLang="ja-JP" dirty="0" smtClean="0"/>
              <a:t> </a:t>
            </a:r>
            <a:r>
              <a:rPr lang="en-US" altLang="ja-JP" dirty="0" err="1" smtClean="0"/>
              <a:t>chunijia</a:t>
            </a:r>
            <a:endParaRPr lang="fr-F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2" y="4862304"/>
            <a:ext cx="547539" cy="547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2" y="5381106"/>
            <a:ext cx="503114" cy="5031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1402" y="3485175"/>
            <a:ext cx="273770" cy="273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9315" y="4101341"/>
            <a:ext cx="413261" cy="4132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37656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altLang="ja-JP" sz="2000" dirty="0"/>
              <a:t/>
            </a:r>
            <a:br>
              <a:rPr lang="fr-FR" altLang="ja-JP" sz="2000" dirty="0"/>
            </a:br>
            <a:endParaRPr lang="fr-FR" sz="20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0" indent="-457200">
              <a:buAutoNum type="arabicParenR"/>
            </a:pPr>
            <a:r>
              <a:rPr lang="fr-FR" altLang="ja-JP" sz="2000" dirty="0" smtClean="0"/>
              <a:t>Pour déterminer </a:t>
            </a:r>
          </a:p>
          <a:p>
            <a:pPr marL="0" indent="0">
              <a:buNone/>
            </a:pPr>
            <a:r>
              <a:rPr lang="fr-FR" altLang="ja-JP" sz="2000" dirty="0"/>
              <a:t> </a:t>
            </a:r>
            <a:r>
              <a:rPr lang="fr-FR" altLang="ja-JP" sz="2000" dirty="0" smtClean="0"/>
              <a:t>ex) _________</a:t>
            </a:r>
            <a:r>
              <a:rPr lang="fr-FR" altLang="ja-JP" sz="2000" dirty="0" smtClean="0">
                <a:solidFill>
                  <a:srgbClr val="0070C0"/>
                </a:solidFill>
              </a:rPr>
              <a:t> </a:t>
            </a:r>
            <a:r>
              <a:rPr lang="ja-JP" altLang="fr-FR" sz="2000" dirty="0" smtClean="0">
                <a:solidFill>
                  <a:srgbClr val="0070C0"/>
                </a:solidFill>
              </a:rPr>
              <a:t>の</a:t>
            </a:r>
            <a:r>
              <a:rPr lang="ja-JP" altLang="fr-FR" sz="2000" dirty="0"/>
              <a:t>がくせ</a:t>
            </a:r>
            <a:r>
              <a:rPr lang="ja-JP" altLang="fr-FR" sz="2000" dirty="0" smtClean="0"/>
              <a:t>い</a:t>
            </a:r>
            <a:endParaRPr lang="fr-FR" altLang="ja-JP" sz="2000" dirty="0" smtClean="0"/>
          </a:p>
          <a:p>
            <a:pPr marL="0" indent="0">
              <a:buNone/>
            </a:pPr>
            <a:r>
              <a:rPr lang="fr-FR" sz="2000" dirty="0"/>
              <a:t> </a:t>
            </a:r>
            <a:r>
              <a:rPr lang="fr-FR" sz="2000" dirty="0" smtClean="0"/>
              <a:t>       </a:t>
            </a:r>
            <a:r>
              <a:rPr lang="fr-FR" sz="1300" dirty="0" smtClean="0"/>
              <a:t>nom de l’école       </a:t>
            </a:r>
            <a:r>
              <a:rPr lang="fr-FR" sz="2000" dirty="0" smtClean="0"/>
              <a:t>no  </a:t>
            </a:r>
            <a:r>
              <a:rPr lang="fr-FR" sz="2000" dirty="0" err="1" smtClean="0"/>
              <a:t>gakusê</a:t>
            </a:r>
            <a:endParaRPr lang="fr-FR" sz="2000" dirty="0" smtClean="0"/>
          </a:p>
          <a:p>
            <a:pPr marL="0" indent="0">
              <a:buNone/>
            </a:pPr>
            <a:r>
              <a:rPr lang="fr-FR" sz="2000" dirty="0"/>
              <a:t> </a:t>
            </a:r>
            <a:r>
              <a:rPr lang="fr-FR" sz="2000" dirty="0" smtClean="0"/>
              <a:t>          </a:t>
            </a:r>
            <a:r>
              <a:rPr lang="fr-FR" sz="1100" dirty="0" smtClean="0"/>
              <a:t>nationalité</a:t>
            </a:r>
            <a:r>
              <a:rPr lang="fr-FR" sz="2000" dirty="0" smtClean="0"/>
              <a:t> </a:t>
            </a:r>
          </a:p>
          <a:p>
            <a:pPr marL="0" indent="0">
              <a:buNone/>
            </a:pPr>
            <a:r>
              <a:rPr lang="fr-FR" sz="2000" dirty="0"/>
              <a:t> </a:t>
            </a:r>
            <a:r>
              <a:rPr lang="fr-FR" sz="2000" dirty="0" smtClean="0"/>
              <a:t>          </a:t>
            </a:r>
            <a:r>
              <a:rPr lang="fr-FR" sz="1100" dirty="0" smtClean="0"/>
              <a:t>spécialité</a:t>
            </a:r>
          </a:p>
          <a:p>
            <a:pPr marL="0" indent="0">
              <a:buNone/>
            </a:pPr>
            <a:r>
              <a:rPr lang="fr-FR" sz="1100" dirty="0"/>
              <a:t> </a:t>
            </a:r>
            <a:r>
              <a:rPr lang="fr-FR" sz="1100" dirty="0" smtClean="0"/>
              <a:t>                        etc.</a:t>
            </a:r>
            <a:endParaRPr lang="fr-FR" sz="2000" dirty="0"/>
          </a:p>
          <a:p>
            <a:pPr marL="0" indent="0">
              <a:buNone/>
            </a:pPr>
            <a:endParaRPr lang="fr-FR" altLang="ja-JP" sz="1600" dirty="0" smtClean="0"/>
          </a:p>
          <a:p>
            <a:pPr marL="0" indent="0">
              <a:buNone/>
            </a:pPr>
            <a:endParaRPr lang="fr-FR" altLang="ja-JP" sz="1600" dirty="0"/>
          </a:p>
          <a:p>
            <a:pPr marL="0" indent="0">
              <a:buNone/>
            </a:pPr>
            <a:endParaRPr lang="fr-FR" altLang="ja-JP" sz="1600" dirty="0" smtClean="0"/>
          </a:p>
          <a:p>
            <a:pPr marL="0" indent="0">
              <a:buNone/>
            </a:pPr>
            <a:endParaRPr lang="fr-FR" altLang="ja-JP" sz="1600" dirty="0"/>
          </a:p>
          <a:p>
            <a:pPr marL="0" indent="0">
              <a:buNone/>
            </a:pPr>
            <a:endParaRPr lang="fr-FR" altLang="ja-JP" dirty="0"/>
          </a:p>
          <a:p>
            <a:pPr marL="0" indent="0">
              <a:buNone/>
            </a:pPr>
            <a:r>
              <a:rPr lang="ja-JP" altLang="fr-FR" dirty="0" smtClean="0"/>
              <a:t>       </a:t>
            </a:r>
            <a:endParaRPr lang="fr-FR" altLang="ja-JP" dirty="0" smtClean="0"/>
          </a:p>
          <a:p>
            <a:pPr marL="0" indent="0">
              <a:buNone/>
            </a:pPr>
            <a:r>
              <a:rPr lang="fr-FR" altLang="ja-JP" sz="1900" dirty="0" smtClean="0"/>
              <a:t>2)    Pour la possession</a:t>
            </a:r>
          </a:p>
          <a:p>
            <a:pPr marL="0" indent="0">
              <a:buNone/>
            </a:pPr>
            <a:endParaRPr lang="fr-FR" altLang="ja-JP" sz="1600" dirty="0"/>
          </a:p>
          <a:p>
            <a:pPr marL="0" indent="0">
              <a:buNone/>
            </a:pPr>
            <a:r>
              <a:rPr lang="ja-JP" altLang="fr-FR" dirty="0" smtClean="0"/>
              <a:t>    </a:t>
            </a:r>
            <a:endParaRPr lang="fr-FR" dirty="0"/>
          </a:p>
        </p:txBody>
      </p:sp>
      <p:sp>
        <p:nvSpPr>
          <p:cNvPr id="5" name="ZoneTexte 4"/>
          <p:cNvSpPr txBox="1"/>
          <p:nvPr/>
        </p:nvSpPr>
        <p:spPr>
          <a:xfrm>
            <a:off x="2987824" y="2996952"/>
            <a:ext cx="5230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fr-FR" sz="1200" dirty="0" smtClean="0"/>
              <a:t>  </a:t>
            </a:r>
            <a:r>
              <a:rPr lang="fr-FR" altLang="ja-JP" sz="1200" dirty="0" smtClean="0">
                <a:solidFill>
                  <a:srgbClr val="7030A0"/>
                </a:solidFill>
              </a:rPr>
              <a:t>Encore plus !</a:t>
            </a:r>
            <a:r>
              <a:rPr lang="ja-JP" altLang="fr-FR" sz="1200" dirty="0" smtClean="0">
                <a:solidFill>
                  <a:srgbClr val="7030A0"/>
                </a:solidFill>
              </a:rPr>
              <a:t>         </a:t>
            </a:r>
            <a:r>
              <a:rPr lang="ja-JP" altLang="fr-FR" sz="1200" dirty="0" smtClean="0"/>
              <a:t>エ</a:t>
            </a:r>
            <a:r>
              <a:rPr lang="ja-JP" altLang="fr-FR" sz="1200" dirty="0" smtClean="0"/>
              <a:t>ンセット</a:t>
            </a:r>
            <a:r>
              <a:rPr lang="ja-JP" altLang="fr-FR" sz="1200" dirty="0" smtClean="0">
                <a:solidFill>
                  <a:srgbClr val="00B0F0"/>
                </a:solidFill>
              </a:rPr>
              <a:t>の</a:t>
            </a:r>
            <a:r>
              <a:rPr lang="ja-JP" altLang="fr-FR" sz="1200" dirty="0" smtClean="0"/>
              <a:t> じ</a:t>
            </a:r>
            <a:r>
              <a:rPr lang="ja-JP" altLang="fr-FR" sz="1200" dirty="0"/>
              <a:t>ょうほうかが</a:t>
            </a:r>
            <a:r>
              <a:rPr lang="ja-JP" altLang="fr-FR" sz="1200" dirty="0" smtClean="0"/>
              <a:t>く        </a:t>
            </a:r>
            <a:r>
              <a:rPr lang="ja-JP" altLang="fr-FR" sz="1200" dirty="0" smtClean="0">
                <a:solidFill>
                  <a:srgbClr val="00B0F0"/>
                </a:solidFill>
              </a:rPr>
              <a:t>の</a:t>
            </a:r>
            <a:r>
              <a:rPr lang="ja-JP" altLang="fr-FR" sz="1200" dirty="0" smtClean="0"/>
              <a:t> </a:t>
            </a:r>
            <a:r>
              <a:rPr lang="ja-JP" altLang="fr-FR" sz="1200" dirty="0" smtClean="0"/>
              <a:t>がくせい</a:t>
            </a:r>
            <a:endParaRPr lang="fr-FR" altLang="ja-JP" sz="1200" dirty="0" smtClean="0"/>
          </a:p>
          <a:p>
            <a:r>
              <a:rPr lang="fr-FR" sz="1200" dirty="0" smtClean="0"/>
              <a:t>                                    </a:t>
            </a:r>
            <a:r>
              <a:rPr lang="fr-FR" sz="1200" dirty="0" err="1" smtClean="0"/>
              <a:t>Ensetto</a:t>
            </a:r>
            <a:r>
              <a:rPr lang="fr-FR" sz="1200" dirty="0" smtClean="0"/>
              <a:t>   </a:t>
            </a:r>
            <a:r>
              <a:rPr lang="fr-FR" sz="1200" dirty="0" smtClean="0">
                <a:solidFill>
                  <a:srgbClr val="00B0F0"/>
                </a:solidFill>
              </a:rPr>
              <a:t>no</a:t>
            </a:r>
            <a:r>
              <a:rPr lang="fr-FR" sz="1200" dirty="0" smtClean="0"/>
              <a:t>  </a:t>
            </a:r>
            <a:r>
              <a:rPr lang="fr-FR" sz="1200" dirty="0" err="1" smtClean="0"/>
              <a:t>jôhôkagaku</a:t>
            </a:r>
            <a:r>
              <a:rPr lang="fr-FR" sz="1200" dirty="0" smtClean="0"/>
              <a:t> </a:t>
            </a:r>
            <a:r>
              <a:rPr lang="fr-FR" sz="1200" dirty="0" smtClean="0"/>
              <a:t>             </a:t>
            </a:r>
            <a:r>
              <a:rPr lang="fr-FR" sz="1200" dirty="0" smtClean="0">
                <a:solidFill>
                  <a:srgbClr val="00B0F0"/>
                </a:solidFill>
              </a:rPr>
              <a:t>no</a:t>
            </a:r>
            <a:r>
              <a:rPr lang="fr-FR" sz="1200" dirty="0" smtClean="0"/>
              <a:t>  </a:t>
            </a:r>
            <a:r>
              <a:rPr lang="fr-FR" sz="1200" dirty="0" err="1" smtClean="0"/>
              <a:t>gakusê</a:t>
            </a:r>
            <a:endParaRPr lang="fr-FR" sz="1200" dirty="0"/>
          </a:p>
        </p:txBody>
      </p:sp>
      <p:sp>
        <p:nvSpPr>
          <p:cNvPr id="9" name="ZoneTexte 8"/>
          <p:cNvSpPr txBox="1"/>
          <p:nvPr/>
        </p:nvSpPr>
        <p:spPr>
          <a:xfrm>
            <a:off x="5076056" y="3430161"/>
            <a:ext cx="1800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fr-FR" sz="1100" dirty="0" smtClean="0"/>
              <a:t>エレクトロニクス</a:t>
            </a:r>
            <a:endParaRPr lang="fr-FR" altLang="ja-JP" sz="1100" dirty="0" smtClean="0"/>
          </a:p>
          <a:p>
            <a:r>
              <a:rPr lang="fr-FR" sz="1100" dirty="0" err="1" smtClean="0"/>
              <a:t>erekutoronikusu</a:t>
            </a:r>
            <a:endParaRPr lang="fr-FR" sz="1100" dirty="0"/>
          </a:p>
        </p:txBody>
      </p:sp>
      <p:sp>
        <p:nvSpPr>
          <p:cNvPr id="10" name="ZoneTexte 9"/>
          <p:cNvSpPr txBox="1"/>
          <p:nvPr/>
        </p:nvSpPr>
        <p:spPr>
          <a:xfrm>
            <a:off x="5158025" y="3861048"/>
            <a:ext cx="20162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fr-FR" sz="1100" dirty="0" smtClean="0"/>
              <a:t>かんきょうこうがく</a:t>
            </a:r>
            <a:endParaRPr lang="fr-FR" altLang="ja-JP" sz="1100" dirty="0" smtClean="0"/>
          </a:p>
          <a:p>
            <a:r>
              <a:rPr lang="fr-FR" sz="1100" dirty="0" err="1" smtClean="0"/>
              <a:t>kankyôkôgaku</a:t>
            </a:r>
            <a:endParaRPr lang="fr-FR" sz="1100" dirty="0"/>
          </a:p>
        </p:txBody>
      </p:sp>
      <p:sp>
        <p:nvSpPr>
          <p:cNvPr id="14" name="ZoneTexte 13"/>
          <p:cNvSpPr txBox="1"/>
          <p:nvPr/>
        </p:nvSpPr>
        <p:spPr>
          <a:xfrm>
            <a:off x="3717398" y="2176547"/>
            <a:ext cx="46805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ja-JP" sz="1600" dirty="0" smtClean="0"/>
              <a:t>--</a:t>
            </a:r>
            <a:r>
              <a:rPr lang="ja-JP" altLang="fr-FR" sz="1600" dirty="0"/>
              <a:t>わ</a:t>
            </a:r>
            <a:r>
              <a:rPr lang="ja-JP" altLang="fr-FR" sz="1600" dirty="0" smtClean="0"/>
              <a:t>た</a:t>
            </a:r>
            <a:r>
              <a:rPr lang="ja-JP" altLang="fr-FR" sz="1600" dirty="0"/>
              <a:t>しはエンセットのがくせいです。</a:t>
            </a:r>
          </a:p>
          <a:p>
            <a:r>
              <a:rPr lang="fr-FR" altLang="ja-JP" sz="1600" dirty="0" smtClean="0"/>
              <a:t>  </a:t>
            </a:r>
            <a:r>
              <a:rPr lang="fr-FR" altLang="ja-JP" sz="1600" dirty="0" err="1" smtClean="0"/>
              <a:t>Watashi</a:t>
            </a:r>
            <a:r>
              <a:rPr lang="fr-FR" altLang="ja-JP" sz="1600" dirty="0" smtClean="0"/>
              <a:t> </a:t>
            </a:r>
            <a:r>
              <a:rPr lang="fr-FR" altLang="ja-JP" sz="1600" dirty="0" err="1"/>
              <a:t>wa</a:t>
            </a:r>
            <a:r>
              <a:rPr lang="fr-FR" altLang="ja-JP" sz="1600" dirty="0"/>
              <a:t> </a:t>
            </a:r>
            <a:r>
              <a:rPr lang="fr-FR" altLang="ja-JP" sz="1600" dirty="0" err="1"/>
              <a:t>ensetto</a:t>
            </a:r>
            <a:r>
              <a:rPr lang="fr-FR" altLang="ja-JP" sz="1600" dirty="0"/>
              <a:t> no </a:t>
            </a:r>
            <a:r>
              <a:rPr lang="fr-FR" altLang="ja-JP" sz="1600" dirty="0" err="1"/>
              <a:t>gakusê</a:t>
            </a:r>
            <a:r>
              <a:rPr lang="fr-FR" altLang="ja-JP" sz="1600" dirty="0"/>
              <a:t> </a:t>
            </a:r>
            <a:r>
              <a:rPr lang="fr-FR" altLang="ja-JP" sz="1600" dirty="0" err="1"/>
              <a:t>desu</a:t>
            </a:r>
            <a:r>
              <a:rPr lang="fr-FR" altLang="ja-JP" sz="1600" dirty="0"/>
              <a:t>. </a:t>
            </a:r>
            <a:endParaRPr lang="fr-FR" sz="1600" dirty="0"/>
          </a:p>
        </p:txBody>
      </p:sp>
      <p:sp>
        <p:nvSpPr>
          <p:cNvPr id="15" name="ZoneTexte 14"/>
          <p:cNvSpPr txBox="1"/>
          <p:nvPr/>
        </p:nvSpPr>
        <p:spPr>
          <a:xfrm>
            <a:off x="3707904" y="1556792"/>
            <a:ext cx="37444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ja-JP" sz="1600" dirty="0" smtClean="0"/>
              <a:t>--</a:t>
            </a:r>
            <a:r>
              <a:rPr lang="ja-JP" altLang="fr-FR" sz="1600" dirty="0" smtClean="0"/>
              <a:t>わたしはがくせいです。</a:t>
            </a:r>
            <a:endParaRPr lang="fr-FR" altLang="ja-JP" sz="1600" dirty="0" smtClean="0"/>
          </a:p>
          <a:p>
            <a:r>
              <a:rPr lang="fr-FR" sz="1600" dirty="0" smtClean="0"/>
              <a:t>  </a:t>
            </a:r>
            <a:r>
              <a:rPr lang="fr-FR" sz="1600" dirty="0" err="1" smtClean="0"/>
              <a:t>Watashi</a:t>
            </a:r>
            <a:r>
              <a:rPr lang="fr-FR" sz="1600" dirty="0" smtClean="0"/>
              <a:t> </a:t>
            </a:r>
            <a:r>
              <a:rPr lang="fr-FR" sz="1600" dirty="0" err="1" smtClean="0"/>
              <a:t>wa</a:t>
            </a:r>
            <a:r>
              <a:rPr lang="fr-FR" sz="1600" dirty="0" smtClean="0"/>
              <a:t> </a:t>
            </a:r>
            <a:r>
              <a:rPr lang="fr-FR" sz="1600" dirty="0" err="1" smtClean="0"/>
              <a:t>gakusê</a:t>
            </a:r>
            <a:r>
              <a:rPr lang="fr-FR" sz="1600" dirty="0" smtClean="0"/>
              <a:t> </a:t>
            </a:r>
            <a:r>
              <a:rPr lang="fr-FR" sz="1600" dirty="0" err="1" smtClean="0"/>
              <a:t>desu</a:t>
            </a:r>
            <a:r>
              <a:rPr lang="fr-FR" sz="1600" dirty="0" smtClean="0"/>
              <a:t>.</a:t>
            </a:r>
            <a:endParaRPr lang="fr-FR" sz="1600" dirty="0"/>
          </a:p>
        </p:txBody>
      </p:sp>
      <p:sp>
        <p:nvSpPr>
          <p:cNvPr id="17" name="Bulle ronde 16"/>
          <p:cNvSpPr/>
          <p:nvPr/>
        </p:nvSpPr>
        <p:spPr>
          <a:xfrm>
            <a:off x="2555776" y="2708920"/>
            <a:ext cx="5040560" cy="1728192"/>
          </a:xfrm>
          <a:prstGeom prst="wedgeEllipseCallout">
            <a:avLst>
              <a:gd name="adj1" fmla="val 58678"/>
              <a:gd name="adj2" fmla="val 738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9073" y="3364877"/>
            <a:ext cx="975541" cy="1144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Parenthèses 18"/>
          <p:cNvSpPr/>
          <p:nvPr/>
        </p:nvSpPr>
        <p:spPr>
          <a:xfrm>
            <a:off x="5076056" y="2924944"/>
            <a:ext cx="1224136" cy="1366991"/>
          </a:xfrm>
          <a:prstGeom prst="bracketPair">
            <a:avLst>
              <a:gd name="adj" fmla="val 315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/>
          <p:cNvSpPr txBox="1"/>
          <p:nvPr/>
        </p:nvSpPr>
        <p:spPr>
          <a:xfrm>
            <a:off x="899592" y="5373216"/>
            <a:ext cx="534649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ja-JP" sz="1400" dirty="0" smtClean="0"/>
              <a:t>Ex) </a:t>
            </a:r>
            <a:r>
              <a:rPr lang="ja-JP" altLang="fr-FR" sz="1400" dirty="0" smtClean="0"/>
              <a:t>わ</a:t>
            </a:r>
            <a:r>
              <a:rPr lang="ja-JP" altLang="fr-FR" sz="1400" dirty="0"/>
              <a:t>たしのなまえ  は、</a:t>
            </a:r>
            <a:r>
              <a:rPr lang="fr-FR" altLang="ja-JP" sz="1400" dirty="0"/>
              <a:t>----------</a:t>
            </a:r>
            <a:r>
              <a:rPr lang="ja-JP" altLang="fr-FR" sz="1400" dirty="0"/>
              <a:t>　です。</a:t>
            </a:r>
          </a:p>
          <a:p>
            <a:r>
              <a:rPr lang="fr-FR" altLang="ja-JP" sz="1400" dirty="0" smtClean="0"/>
              <a:t>       </a:t>
            </a:r>
            <a:r>
              <a:rPr lang="fr-FR" altLang="ja-JP" sz="1400" dirty="0" err="1" smtClean="0"/>
              <a:t>Watashi</a:t>
            </a:r>
            <a:r>
              <a:rPr lang="fr-FR" altLang="ja-JP" sz="1400" dirty="0" smtClean="0"/>
              <a:t> </a:t>
            </a:r>
            <a:r>
              <a:rPr lang="fr-FR" altLang="ja-JP" sz="1400" dirty="0"/>
              <a:t>no </a:t>
            </a:r>
            <a:r>
              <a:rPr lang="fr-FR" altLang="ja-JP" sz="1400" dirty="0" err="1"/>
              <a:t>namae</a:t>
            </a:r>
            <a:r>
              <a:rPr lang="fr-FR" altLang="ja-JP" sz="1400" dirty="0"/>
              <a:t> </a:t>
            </a:r>
            <a:r>
              <a:rPr lang="fr-FR" altLang="ja-JP" sz="1400" dirty="0" err="1"/>
              <a:t>wa</a:t>
            </a:r>
            <a:r>
              <a:rPr lang="fr-FR" altLang="ja-JP" sz="1400" dirty="0"/>
              <a:t>,---------</a:t>
            </a:r>
            <a:r>
              <a:rPr lang="fr-FR" altLang="ja-JP" sz="1400" dirty="0" err="1"/>
              <a:t>desu</a:t>
            </a:r>
            <a:r>
              <a:rPr lang="fr-FR" altLang="ja-JP" sz="1400" dirty="0"/>
              <a:t>.</a:t>
            </a:r>
          </a:p>
          <a:p>
            <a:r>
              <a:rPr lang="fr-FR" altLang="ja-JP" sz="1400" dirty="0"/>
              <a:t>                       nom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5742548"/>
            <a:ext cx="1057300" cy="10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ZoneTexte 20"/>
          <p:cNvSpPr txBox="1"/>
          <p:nvPr/>
        </p:nvSpPr>
        <p:spPr>
          <a:xfrm>
            <a:off x="1115616" y="332656"/>
            <a:ext cx="1800200" cy="1077218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FR" sz="3200" dirty="0"/>
              <a:t>n1 </a:t>
            </a:r>
            <a:r>
              <a:rPr lang="ja-JP" altLang="fr-FR" sz="3200" dirty="0"/>
              <a:t>の ｎ</a:t>
            </a:r>
            <a:r>
              <a:rPr lang="fr-FR" altLang="ja-JP" sz="3200" dirty="0"/>
              <a:t>2</a:t>
            </a:r>
            <a:br>
              <a:rPr lang="fr-FR" altLang="ja-JP" sz="3200" dirty="0"/>
            </a:br>
            <a:r>
              <a:rPr lang="fr-FR" altLang="ja-JP" sz="3200" dirty="0" smtClean="0"/>
              <a:t>     no</a:t>
            </a:r>
            <a:endParaRPr lang="fr-FR" sz="3200" dirty="0"/>
          </a:p>
        </p:txBody>
      </p:sp>
      <p:sp>
        <p:nvSpPr>
          <p:cNvPr id="22" name="ZoneTexte 21"/>
          <p:cNvSpPr txBox="1"/>
          <p:nvPr/>
        </p:nvSpPr>
        <p:spPr>
          <a:xfrm>
            <a:off x="3923928" y="578877"/>
            <a:ext cx="1800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</a:t>
            </a:r>
            <a:r>
              <a:rPr lang="fr-FR" sz="3200" dirty="0" smtClean="0"/>
              <a:t>   N</a:t>
            </a:r>
            <a:endParaRPr lang="fr-FR" sz="3200" dirty="0"/>
          </a:p>
        </p:txBody>
      </p:sp>
      <p:sp>
        <p:nvSpPr>
          <p:cNvPr id="23" name="Rectangle 22"/>
          <p:cNvSpPr/>
          <p:nvPr/>
        </p:nvSpPr>
        <p:spPr>
          <a:xfrm>
            <a:off x="3923928" y="332656"/>
            <a:ext cx="1152128" cy="10772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ZoneTexte 23"/>
          <p:cNvSpPr txBox="1"/>
          <p:nvPr/>
        </p:nvSpPr>
        <p:spPr>
          <a:xfrm>
            <a:off x="3181028" y="646090"/>
            <a:ext cx="1728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 smtClean="0"/>
              <a:t>=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2791838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123728" y="692696"/>
            <a:ext cx="3672408" cy="120032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ja-JP" altLang="fr-FR" sz="3600" dirty="0"/>
              <a:t>はじめまして</a:t>
            </a:r>
            <a:br>
              <a:rPr lang="ja-JP" altLang="fr-FR" sz="3600" dirty="0"/>
            </a:br>
            <a:r>
              <a:rPr lang="fr-FR" altLang="ja-JP" sz="3600" dirty="0" err="1"/>
              <a:t>hajimemashite</a:t>
            </a:r>
            <a:endParaRPr lang="fr-FR" sz="3600" dirty="0"/>
          </a:p>
        </p:txBody>
      </p:sp>
      <p:sp>
        <p:nvSpPr>
          <p:cNvPr id="5" name="Rectangle 4"/>
          <p:cNvSpPr/>
          <p:nvPr/>
        </p:nvSpPr>
        <p:spPr>
          <a:xfrm>
            <a:off x="899592" y="4365104"/>
            <a:ext cx="6264696" cy="107721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ja-JP" altLang="fr-FR" sz="3200" dirty="0"/>
              <a:t>どうぞ  よろしく   おねがいします。</a:t>
            </a:r>
          </a:p>
          <a:p>
            <a:r>
              <a:rPr lang="ja-JP" altLang="fr-FR" sz="3200" dirty="0"/>
              <a:t> </a:t>
            </a:r>
            <a:r>
              <a:rPr lang="ja-JP" altLang="fr-FR" sz="3200" dirty="0" smtClean="0"/>
              <a:t> </a:t>
            </a:r>
            <a:r>
              <a:rPr lang="fr-FR" altLang="ja-JP" sz="3200" dirty="0" err="1"/>
              <a:t>Dôzo</a:t>
            </a:r>
            <a:r>
              <a:rPr lang="fr-FR" altLang="ja-JP" sz="3200" dirty="0"/>
              <a:t>   </a:t>
            </a:r>
            <a:r>
              <a:rPr lang="fr-FR" altLang="ja-JP" sz="3200" dirty="0" err="1"/>
              <a:t>yoroshiku</a:t>
            </a:r>
            <a:r>
              <a:rPr lang="fr-FR" altLang="ja-JP" sz="3200" dirty="0"/>
              <a:t>   </a:t>
            </a:r>
            <a:r>
              <a:rPr lang="fr-FR" altLang="ja-JP" sz="3200" dirty="0" err="1"/>
              <a:t>onegaishimasu</a:t>
            </a:r>
            <a:r>
              <a:rPr lang="fr-FR" altLang="ja-JP" dirty="0"/>
              <a:t>.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2627784" y="1988840"/>
            <a:ext cx="316835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 smtClean="0"/>
              <a:t>Nom</a:t>
            </a:r>
          </a:p>
          <a:p>
            <a:r>
              <a:rPr lang="fr-FR" sz="3200" dirty="0" smtClean="0"/>
              <a:t>Nationalité</a:t>
            </a:r>
          </a:p>
          <a:p>
            <a:r>
              <a:rPr lang="fr-FR" sz="3200" dirty="0" smtClean="0"/>
              <a:t>Métier</a:t>
            </a:r>
          </a:p>
          <a:p>
            <a:r>
              <a:rPr lang="fr-FR" sz="3200" dirty="0" smtClean="0"/>
              <a:t>Age</a:t>
            </a:r>
            <a:endParaRPr lang="fr-FR" sz="3200" dirty="0"/>
          </a:p>
        </p:txBody>
      </p:sp>
      <p:sp>
        <p:nvSpPr>
          <p:cNvPr id="7" name="Accolade ouvrante 6"/>
          <p:cNvSpPr/>
          <p:nvPr/>
        </p:nvSpPr>
        <p:spPr>
          <a:xfrm>
            <a:off x="2411760" y="2060848"/>
            <a:ext cx="216024" cy="208823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1261809"/>
            <a:ext cx="2983709" cy="2845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290680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611</TotalTime>
  <Words>231</Words>
  <Application>Microsoft Office PowerPoint</Application>
  <PresentationFormat>Affichage à l'écran (4:3)</PresentationFormat>
  <Paragraphs>60</Paragraphs>
  <Slides>3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4" baseType="lpstr">
      <vt:lpstr>Thème Office</vt:lpstr>
      <vt:lpstr>N1はN2です</vt:lpstr>
      <vt:lpstr> 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N1はN2です</dc:title>
  <dc:creator>Utilisateur</dc:creator>
  <cp:lastModifiedBy>Utilisateur</cp:lastModifiedBy>
  <cp:revision>18</cp:revision>
  <dcterms:created xsi:type="dcterms:W3CDTF">2020-10-07T10:12:50Z</dcterms:created>
  <dcterms:modified xsi:type="dcterms:W3CDTF">2020-10-22T08:31:38Z</dcterms:modified>
</cp:coreProperties>
</file>