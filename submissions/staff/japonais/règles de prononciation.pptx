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90" y="-4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79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112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45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95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24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66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07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01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49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07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32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E162F-612F-4134-8426-04160CDA08AF}" type="datetimeFigureOut">
              <a:rPr lang="fr-FR" smtClean="0"/>
              <a:t>13/11/2020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1A798-C4CF-4111-8902-8B5E8607FA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30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180528" y="1196752"/>
            <a:ext cx="3816424" cy="792088"/>
          </a:xfrm>
        </p:spPr>
        <p:txBody>
          <a:bodyPr/>
          <a:lstStyle/>
          <a:p>
            <a:r>
              <a:rPr lang="fr-FR" b="1" dirty="0" smtClean="0"/>
              <a:t>1) Voyelles longues</a:t>
            </a:r>
            <a:endParaRPr lang="fr-FR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15516" y="1948190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Voyelle longue  A : </a:t>
            </a:r>
            <a:endParaRPr lang="fr-FR" b="1" u="sng" dirty="0"/>
          </a:p>
        </p:txBody>
      </p:sp>
      <p:sp>
        <p:nvSpPr>
          <p:cNvPr id="5" name="ZoneTexte 4"/>
          <p:cNvSpPr txBox="1"/>
          <p:nvPr/>
        </p:nvSpPr>
        <p:spPr>
          <a:xfrm>
            <a:off x="827584" y="2492896"/>
            <a:ext cx="11521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おばさん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O </a:t>
            </a:r>
            <a:r>
              <a:rPr lang="fr-FR" dirty="0" err="1" smtClean="0"/>
              <a:t>ba</a:t>
            </a:r>
            <a:r>
              <a:rPr lang="fr-FR" dirty="0" smtClean="0"/>
              <a:t> sa n</a:t>
            </a:r>
          </a:p>
          <a:p>
            <a:endParaRPr lang="fr-FR" dirty="0"/>
          </a:p>
          <a:p>
            <a:r>
              <a:rPr lang="fr-FR" dirty="0" smtClean="0"/>
              <a:t>tante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195736" y="2512340"/>
            <a:ext cx="2232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おば</a:t>
            </a:r>
            <a:r>
              <a:rPr lang="ja-JP" altLang="fr-FR" dirty="0" smtClean="0">
                <a:solidFill>
                  <a:srgbClr val="FF0000"/>
                </a:solidFill>
              </a:rPr>
              <a:t>あ</a:t>
            </a:r>
            <a:r>
              <a:rPr lang="ja-JP" altLang="fr-FR" dirty="0" smtClean="0"/>
              <a:t>さん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O </a:t>
            </a:r>
            <a:r>
              <a:rPr lang="fr-FR" dirty="0" err="1" smtClean="0"/>
              <a:t>b</a:t>
            </a:r>
            <a:r>
              <a:rPr lang="fr-FR" u="sng" dirty="0" err="1" smtClean="0">
                <a:solidFill>
                  <a:srgbClr val="FF0000"/>
                </a:solidFill>
              </a:rPr>
              <a:t>a</a:t>
            </a:r>
            <a:r>
              <a:rPr lang="fr-FR" u="sng" dirty="0" smtClean="0">
                <a:solidFill>
                  <a:srgbClr val="FF0000"/>
                </a:solidFill>
              </a:rPr>
              <a:t> a </a:t>
            </a:r>
            <a:r>
              <a:rPr lang="fr-FR" dirty="0" smtClean="0"/>
              <a:t>sa n = </a:t>
            </a:r>
            <a:r>
              <a:rPr lang="fr-FR" dirty="0" err="1" smtClean="0"/>
              <a:t>ob</a:t>
            </a:r>
            <a:r>
              <a:rPr lang="fr-FR" dirty="0" err="1" smtClean="0">
                <a:solidFill>
                  <a:srgbClr val="0070C0"/>
                </a:solidFill>
              </a:rPr>
              <a:t>â</a:t>
            </a:r>
            <a:r>
              <a:rPr lang="fr-FR" dirty="0" err="1" smtClean="0"/>
              <a:t>san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Grand-mère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279245" y="4221088"/>
            <a:ext cx="1864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Voyelle longue i : </a:t>
            </a:r>
            <a:endParaRPr lang="fr-FR" b="1" u="sng" dirty="0"/>
          </a:p>
        </p:txBody>
      </p:sp>
      <p:sp>
        <p:nvSpPr>
          <p:cNvPr id="8" name="ZoneTexte 7"/>
          <p:cNvSpPr txBox="1"/>
          <p:nvPr/>
        </p:nvSpPr>
        <p:spPr>
          <a:xfrm>
            <a:off x="683568" y="4797152"/>
            <a:ext cx="12961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おじさん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O </a:t>
            </a:r>
            <a:r>
              <a:rPr lang="fr-FR" dirty="0" err="1" smtClean="0"/>
              <a:t>ji</a:t>
            </a:r>
            <a:r>
              <a:rPr lang="fr-FR" dirty="0" smtClean="0"/>
              <a:t> sa n</a:t>
            </a:r>
          </a:p>
          <a:p>
            <a:endParaRPr lang="fr-FR" dirty="0"/>
          </a:p>
          <a:p>
            <a:r>
              <a:rPr lang="fr-FR" dirty="0" smtClean="0"/>
              <a:t>oncle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411760" y="4797152"/>
            <a:ext cx="2016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おじ</a:t>
            </a:r>
            <a:r>
              <a:rPr lang="ja-JP" altLang="fr-FR" dirty="0" smtClean="0">
                <a:solidFill>
                  <a:srgbClr val="FF0000"/>
                </a:solidFill>
              </a:rPr>
              <a:t>い</a:t>
            </a:r>
            <a:r>
              <a:rPr lang="ja-JP" altLang="fr-FR" dirty="0" smtClean="0"/>
              <a:t>さん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O </a:t>
            </a:r>
            <a:r>
              <a:rPr lang="fr-FR" dirty="0" err="1" smtClean="0"/>
              <a:t>j</a:t>
            </a:r>
            <a:r>
              <a:rPr lang="fr-FR" u="sng" dirty="0" err="1" smtClean="0">
                <a:solidFill>
                  <a:srgbClr val="FF0000"/>
                </a:solidFill>
              </a:rPr>
              <a:t>i</a:t>
            </a:r>
            <a:r>
              <a:rPr lang="fr-FR" u="sng" dirty="0" smtClean="0">
                <a:solidFill>
                  <a:srgbClr val="FF0000"/>
                </a:solidFill>
              </a:rPr>
              <a:t> i </a:t>
            </a:r>
            <a:r>
              <a:rPr lang="fr-FR" dirty="0" smtClean="0"/>
              <a:t>sa n = </a:t>
            </a:r>
            <a:r>
              <a:rPr lang="fr-FR" dirty="0" err="1" smtClean="0"/>
              <a:t>oj</a:t>
            </a:r>
            <a:r>
              <a:rPr lang="fr-FR" dirty="0" err="1" smtClean="0">
                <a:solidFill>
                  <a:srgbClr val="0070C0"/>
                </a:solidFill>
              </a:rPr>
              <a:t>î</a:t>
            </a:r>
            <a:r>
              <a:rPr lang="fr-FR" dirty="0" err="1" smtClean="0"/>
              <a:t>san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Grand-père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250782" y="271453"/>
            <a:ext cx="83544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fr-FR" sz="5400" b="1" cap="all" spc="0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Règles de prononciation</a:t>
            </a:r>
            <a:endParaRPr lang="fr-FR" sz="54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32040" y="1974927"/>
            <a:ext cx="193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Voyelle longue u : </a:t>
            </a:r>
            <a:endParaRPr lang="fr-FR" b="1" u="sng" dirty="0"/>
          </a:p>
        </p:txBody>
      </p:sp>
      <p:sp>
        <p:nvSpPr>
          <p:cNvPr id="13" name="ZoneTexte 12"/>
          <p:cNvSpPr txBox="1"/>
          <p:nvPr/>
        </p:nvSpPr>
        <p:spPr>
          <a:xfrm>
            <a:off x="5148064" y="2636912"/>
            <a:ext cx="12961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ゆき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err="1" smtClean="0"/>
              <a:t>Yu</a:t>
            </a:r>
            <a:r>
              <a:rPr lang="fr-FR" dirty="0" smtClean="0"/>
              <a:t> </a:t>
            </a:r>
            <a:r>
              <a:rPr lang="fr-FR" dirty="0" err="1" smtClean="0"/>
              <a:t>ki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neige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6444208" y="2636912"/>
            <a:ext cx="17281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ゆ</a:t>
            </a:r>
            <a:r>
              <a:rPr lang="ja-JP" altLang="fr-FR" dirty="0" smtClean="0">
                <a:solidFill>
                  <a:srgbClr val="FF0000"/>
                </a:solidFill>
              </a:rPr>
              <a:t>う</a:t>
            </a:r>
            <a:r>
              <a:rPr lang="ja-JP" altLang="fr-FR" dirty="0" smtClean="0"/>
              <a:t>き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err="1" smtClean="0"/>
              <a:t>Y</a:t>
            </a:r>
            <a:r>
              <a:rPr lang="fr-FR" u="sng" dirty="0" err="1" smtClean="0">
                <a:solidFill>
                  <a:srgbClr val="FF0000"/>
                </a:solidFill>
              </a:rPr>
              <a:t>u</a:t>
            </a:r>
            <a:r>
              <a:rPr lang="fr-FR" u="sng" dirty="0" smtClean="0">
                <a:solidFill>
                  <a:srgbClr val="FF0000"/>
                </a:solidFill>
              </a:rPr>
              <a:t> u </a:t>
            </a:r>
            <a:r>
              <a:rPr lang="fr-FR" dirty="0" err="1" smtClean="0"/>
              <a:t>ki</a:t>
            </a:r>
            <a:r>
              <a:rPr lang="fr-FR" dirty="0" smtClean="0"/>
              <a:t>= </a:t>
            </a:r>
            <a:r>
              <a:rPr lang="fr-FR" dirty="0" err="1" smtClean="0"/>
              <a:t>y</a:t>
            </a:r>
            <a:r>
              <a:rPr lang="fr-FR" dirty="0" err="1" smtClean="0">
                <a:solidFill>
                  <a:srgbClr val="0070C0"/>
                </a:solidFill>
              </a:rPr>
              <a:t>û</a:t>
            </a:r>
            <a:r>
              <a:rPr lang="fr-FR" dirty="0" err="1" smtClean="0"/>
              <a:t>ki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courage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818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548680"/>
            <a:ext cx="192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Voyelle longue e : </a:t>
            </a:r>
            <a:endParaRPr lang="fr-FR" b="1" u="sng" dirty="0"/>
          </a:p>
        </p:txBody>
      </p:sp>
      <p:sp>
        <p:nvSpPr>
          <p:cNvPr id="3" name="ZoneTexte 2"/>
          <p:cNvSpPr txBox="1"/>
          <p:nvPr/>
        </p:nvSpPr>
        <p:spPr>
          <a:xfrm>
            <a:off x="539552" y="1268760"/>
            <a:ext cx="12241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せかい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Se ka i</a:t>
            </a:r>
          </a:p>
          <a:p>
            <a:endParaRPr lang="fr-FR" dirty="0"/>
          </a:p>
          <a:p>
            <a:r>
              <a:rPr lang="fr-FR" dirty="0" smtClean="0"/>
              <a:t>monde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1907704" y="1268760"/>
            <a:ext cx="1872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せ</a:t>
            </a:r>
            <a:r>
              <a:rPr lang="ja-JP" altLang="fr-FR" b="1" dirty="0" smtClean="0">
                <a:solidFill>
                  <a:srgbClr val="FF0000"/>
                </a:solidFill>
              </a:rPr>
              <a:t>い</a:t>
            </a:r>
            <a:r>
              <a:rPr lang="ja-JP" altLang="fr-FR" dirty="0" smtClean="0"/>
              <a:t>かい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S</a:t>
            </a:r>
            <a:r>
              <a:rPr lang="fr-FR" u="sng" dirty="0" smtClean="0">
                <a:solidFill>
                  <a:srgbClr val="FF0000"/>
                </a:solidFill>
              </a:rPr>
              <a:t>e </a:t>
            </a:r>
            <a:r>
              <a:rPr lang="fr-FR" b="1" u="sng" dirty="0" smtClean="0">
                <a:solidFill>
                  <a:srgbClr val="FF0000"/>
                </a:solidFill>
              </a:rPr>
              <a:t>i</a:t>
            </a:r>
            <a:r>
              <a:rPr lang="fr-FR" u="sng" dirty="0" smtClean="0"/>
              <a:t> </a:t>
            </a:r>
            <a:r>
              <a:rPr lang="fr-FR" dirty="0" smtClean="0"/>
              <a:t>ka i = </a:t>
            </a:r>
            <a:r>
              <a:rPr lang="fr-FR" dirty="0" err="1" smtClean="0"/>
              <a:t>s</a:t>
            </a:r>
            <a:r>
              <a:rPr lang="fr-FR" b="1" dirty="0" err="1" smtClean="0">
                <a:solidFill>
                  <a:srgbClr val="0070C0"/>
                </a:solidFill>
              </a:rPr>
              <a:t>ê</a:t>
            </a:r>
            <a:r>
              <a:rPr lang="fr-FR" dirty="0" err="1" smtClean="0"/>
              <a:t>kai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Bonne réponse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683568" y="3059668"/>
            <a:ext cx="193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Voyelle longue o : </a:t>
            </a:r>
            <a:endParaRPr lang="fr-FR" b="1" u="sng" dirty="0"/>
          </a:p>
        </p:txBody>
      </p:sp>
      <p:sp>
        <p:nvSpPr>
          <p:cNvPr id="6" name="ZoneTexte 5"/>
          <p:cNvSpPr txBox="1"/>
          <p:nvPr/>
        </p:nvSpPr>
        <p:spPr>
          <a:xfrm>
            <a:off x="539552" y="3645024"/>
            <a:ext cx="9658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ここ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Ko </a:t>
            </a:r>
            <a:r>
              <a:rPr lang="fr-FR" dirty="0" err="1" smtClean="0"/>
              <a:t>ko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ici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1799692" y="3645024"/>
            <a:ext cx="23762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こ</a:t>
            </a:r>
            <a:r>
              <a:rPr lang="ja-JP" altLang="fr-FR" b="1" dirty="0" smtClean="0">
                <a:solidFill>
                  <a:srgbClr val="FF0000"/>
                </a:solidFill>
              </a:rPr>
              <a:t>う</a:t>
            </a:r>
            <a:r>
              <a:rPr lang="ja-JP" altLang="fr-FR" dirty="0" smtClean="0"/>
              <a:t>こ</a:t>
            </a:r>
            <a:r>
              <a:rPr lang="ja-JP" altLang="fr-FR" b="1" dirty="0" smtClean="0">
                <a:solidFill>
                  <a:srgbClr val="FF0000"/>
                </a:solidFill>
              </a:rPr>
              <a:t>う</a:t>
            </a:r>
            <a:endParaRPr lang="fr-FR" altLang="ja-JP" b="1" dirty="0" smtClean="0">
              <a:solidFill>
                <a:srgbClr val="FF0000"/>
              </a:solidFill>
            </a:endParaRPr>
          </a:p>
          <a:p>
            <a:endParaRPr lang="fr-FR" dirty="0"/>
          </a:p>
          <a:p>
            <a:r>
              <a:rPr lang="fr-FR" dirty="0" smtClean="0"/>
              <a:t>K</a:t>
            </a:r>
            <a:r>
              <a:rPr lang="fr-FR" u="sng" dirty="0" smtClean="0">
                <a:solidFill>
                  <a:srgbClr val="FF0000"/>
                </a:solidFill>
              </a:rPr>
              <a:t>o </a:t>
            </a:r>
            <a:r>
              <a:rPr lang="fr-FR" b="1" u="sng" dirty="0" smtClean="0">
                <a:solidFill>
                  <a:srgbClr val="FF0000"/>
                </a:solidFill>
              </a:rPr>
              <a:t>u</a:t>
            </a:r>
            <a:r>
              <a:rPr lang="fr-FR" b="1" dirty="0" smtClean="0"/>
              <a:t> </a:t>
            </a:r>
            <a:r>
              <a:rPr lang="fr-FR" dirty="0" smtClean="0"/>
              <a:t>k</a:t>
            </a:r>
            <a:r>
              <a:rPr lang="fr-FR" u="sng" dirty="0" smtClean="0">
                <a:solidFill>
                  <a:srgbClr val="FF0000"/>
                </a:solidFill>
              </a:rPr>
              <a:t>o </a:t>
            </a:r>
            <a:r>
              <a:rPr lang="fr-FR" b="1" u="sng" dirty="0" smtClean="0">
                <a:solidFill>
                  <a:srgbClr val="FF0000"/>
                </a:solidFill>
              </a:rPr>
              <a:t>u</a:t>
            </a:r>
            <a:r>
              <a:rPr lang="fr-FR" dirty="0" smtClean="0"/>
              <a:t> = </a:t>
            </a:r>
            <a:r>
              <a:rPr lang="fr-FR" dirty="0" err="1" smtClean="0"/>
              <a:t>k</a:t>
            </a:r>
            <a:r>
              <a:rPr lang="fr-FR" b="1" dirty="0" err="1" smtClean="0">
                <a:solidFill>
                  <a:srgbClr val="0070C0"/>
                </a:solidFill>
              </a:rPr>
              <a:t>ô</a:t>
            </a:r>
            <a:r>
              <a:rPr lang="fr-FR" dirty="0" err="1" smtClean="0"/>
              <a:t>k</a:t>
            </a:r>
            <a:r>
              <a:rPr lang="fr-FR" b="1" dirty="0" err="1" smtClean="0">
                <a:solidFill>
                  <a:srgbClr val="0070C0"/>
                </a:solidFill>
              </a:rPr>
              <a:t>ô</a:t>
            </a:r>
            <a:endParaRPr lang="fr-FR" b="1" dirty="0" smtClean="0">
              <a:solidFill>
                <a:srgbClr val="0070C0"/>
              </a:solidFill>
            </a:endParaRPr>
          </a:p>
          <a:p>
            <a:endParaRPr lang="fr-FR" dirty="0"/>
          </a:p>
          <a:p>
            <a:r>
              <a:rPr lang="fr-FR" dirty="0" smtClean="0"/>
              <a:t>lycée 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176" y="5229200"/>
            <a:ext cx="1311970" cy="143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2051720" y="527132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Attention !!</a:t>
            </a:r>
            <a:endParaRPr lang="fr-FR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1968578" y="5229200"/>
            <a:ext cx="1620815" cy="571130"/>
          </a:xfrm>
          <a:prstGeom prst="wedgeRoundRectCallout">
            <a:avLst>
              <a:gd name="adj1" fmla="val 59580"/>
              <a:gd name="adj2" fmla="val 1135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618" y="2068720"/>
            <a:ext cx="1767960" cy="1529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5470147" y="2420888"/>
            <a:ext cx="3706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70C0"/>
                </a:solidFill>
              </a:rPr>
              <a:t>Faire les voyelles longues « e » +</a:t>
            </a:r>
            <a:r>
              <a:rPr lang="fr-FR" b="1" dirty="0" smtClean="0">
                <a:solidFill>
                  <a:srgbClr val="0070C0"/>
                </a:solidFill>
              </a:rPr>
              <a:t> « e », </a:t>
            </a:r>
            <a:r>
              <a:rPr lang="fr-FR" b="1" dirty="0" smtClean="0">
                <a:solidFill>
                  <a:srgbClr val="0070C0"/>
                </a:solidFill>
              </a:rPr>
              <a:t>« o » + </a:t>
            </a:r>
            <a:r>
              <a:rPr lang="fr-FR" b="1" dirty="0" smtClean="0">
                <a:solidFill>
                  <a:srgbClr val="0070C0"/>
                </a:solidFill>
              </a:rPr>
              <a:t>« o » sont des exceptions !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70147" y="2420888"/>
            <a:ext cx="3600400" cy="1010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6300192" y="3585184"/>
            <a:ext cx="1152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ja-JP" b="1" dirty="0" smtClean="0"/>
              <a:t>Exception</a:t>
            </a:r>
          </a:p>
          <a:p>
            <a:endParaRPr lang="fr-FR" altLang="ja-JP" b="1" dirty="0" smtClean="0"/>
          </a:p>
          <a:p>
            <a:r>
              <a:rPr lang="ja-JP" altLang="fr-FR" dirty="0" smtClean="0"/>
              <a:t>おおかみ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O </a:t>
            </a:r>
            <a:r>
              <a:rPr lang="fr-FR" dirty="0" err="1" smtClean="0"/>
              <a:t>o</a:t>
            </a:r>
            <a:r>
              <a:rPr lang="fr-FR" dirty="0" smtClean="0"/>
              <a:t> ka mi</a:t>
            </a:r>
          </a:p>
          <a:p>
            <a:endParaRPr lang="fr-FR" dirty="0"/>
          </a:p>
          <a:p>
            <a:r>
              <a:rPr lang="fr-FR" dirty="0" smtClean="0"/>
              <a:t>loup</a:t>
            </a:r>
            <a:endParaRPr lang="fr-FR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4276860"/>
            <a:ext cx="1365925" cy="1904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à coins arrondis 12"/>
          <p:cNvSpPr/>
          <p:nvPr/>
        </p:nvSpPr>
        <p:spPr>
          <a:xfrm>
            <a:off x="6228184" y="3501008"/>
            <a:ext cx="1224136" cy="2139651"/>
          </a:xfrm>
          <a:prstGeom prst="wedgeRoundRectCallout">
            <a:avLst>
              <a:gd name="adj1" fmla="val 65648"/>
              <a:gd name="adj2" fmla="val -990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55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620688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2</a:t>
            </a:r>
            <a:r>
              <a:rPr lang="fr-FR" b="1" dirty="0" smtClean="0"/>
              <a:t>) Petit  </a:t>
            </a:r>
            <a:r>
              <a:rPr lang="ja-JP" altLang="fr-FR" b="1" dirty="0" smtClean="0"/>
              <a:t>つ</a:t>
            </a:r>
            <a:r>
              <a:rPr lang="fr-FR" altLang="ja-JP" b="1" dirty="0" smtClean="0"/>
              <a:t> </a:t>
            </a:r>
            <a:r>
              <a:rPr lang="fr-FR" altLang="ja-JP" b="1" dirty="0" err="1" smtClean="0"/>
              <a:t>tsu</a:t>
            </a:r>
            <a:r>
              <a:rPr lang="fr-FR" altLang="ja-JP" b="1" dirty="0" smtClean="0"/>
              <a:t> : doublement de la consonne qui le suit</a:t>
            </a:r>
            <a:endParaRPr lang="fr-FR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539552" y="1412776"/>
            <a:ext cx="11521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ねこ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err="1" smtClean="0"/>
              <a:t>Neko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chat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902521" y="1412776"/>
            <a:ext cx="2088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ね</a:t>
            </a:r>
            <a:r>
              <a:rPr lang="ja-JP" altLang="fr-FR" dirty="0" smtClean="0">
                <a:solidFill>
                  <a:srgbClr val="FF0000"/>
                </a:solidFill>
              </a:rPr>
              <a:t>っ</a:t>
            </a:r>
            <a:r>
              <a:rPr lang="ja-JP" altLang="fr-FR" dirty="0" smtClean="0"/>
              <a:t>こ</a:t>
            </a:r>
            <a:endParaRPr lang="fr-FR" altLang="ja-JP" dirty="0" smtClean="0"/>
          </a:p>
          <a:p>
            <a:endParaRPr lang="fr-FR" dirty="0"/>
          </a:p>
          <a:p>
            <a:r>
              <a:rPr lang="fr-FR" dirty="0" smtClean="0"/>
              <a:t>Ne </a:t>
            </a:r>
            <a:r>
              <a:rPr lang="fr-FR" dirty="0" err="1" smtClean="0">
                <a:solidFill>
                  <a:srgbClr val="FF0000"/>
                </a:solidFill>
              </a:rPr>
              <a:t>kk</a:t>
            </a:r>
            <a:r>
              <a:rPr lang="fr-FR" dirty="0" err="1" smtClean="0"/>
              <a:t>o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racine</a:t>
            </a:r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4437" y="3140968"/>
            <a:ext cx="2669282" cy="2669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114147"/>
            <a:ext cx="28670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811" y="1285274"/>
            <a:ext cx="1524709" cy="17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6660232" y="805354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Complètement différent !</a:t>
            </a:r>
            <a:endParaRPr lang="fr-FR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6548520" y="692696"/>
            <a:ext cx="1983920" cy="758989"/>
          </a:xfrm>
          <a:prstGeom prst="wedgeRoundRectCallout">
            <a:avLst>
              <a:gd name="adj1" fmla="val -54672"/>
              <a:gd name="adj2" fmla="val 7012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624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163</Words>
  <Application>Microsoft Office PowerPoint</Application>
  <PresentationFormat>Affichage à l'écran (4:3)</PresentationFormat>
  <Paragraphs>78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Règles de prononciation</dc:title>
  <dc:creator>Utilisateur</dc:creator>
  <cp:lastModifiedBy>Utilisateur</cp:lastModifiedBy>
  <cp:revision>7</cp:revision>
  <dcterms:created xsi:type="dcterms:W3CDTF">2020-11-13T13:48:32Z</dcterms:created>
  <dcterms:modified xsi:type="dcterms:W3CDTF">2020-11-13T14:54:49Z</dcterms:modified>
</cp:coreProperties>
</file>