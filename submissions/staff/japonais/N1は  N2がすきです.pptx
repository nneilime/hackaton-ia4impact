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18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6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6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9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70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54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44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143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8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66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134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25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FA66E-E994-4F05-8D6F-74C423CD0F34}" type="datetimeFigureOut">
              <a:rPr lang="fr-FR" smtClean="0"/>
              <a:t>04/12/2020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13DBD-E915-4179-91C4-8224C7135D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73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404664"/>
            <a:ext cx="7772400" cy="1470025"/>
          </a:xfrm>
        </p:spPr>
        <p:txBody>
          <a:bodyPr/>
          <a:lstStyle/>
          <a:p>
            <a:r>
              <a:rPr lang="fr-FR" altLang="ja-JP" dirty="0" smtClean="0"/>
              <a:t>N1</a:t>
            </a:r>
            <a:r>
              <a:rPr lang="ja-JP" altLang="fr-FR" dirty="0" smtClean="0"/>
              <a:t>は  </a:t>
            </a:r>
            <a:r>
              <a:rPr lang="fr-FR" altLang="ja-JP" dirty="0" smtClean="0"/>
              <a:t>N2</a:t>
            </a:r>
            <a:r>
              <a:rPr lang="ja-JP" altLang="fr-FR" dirty="0" smtClean="0"/>
              <a:t>が　すきです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1628800"/>
            <a:ext cx="8136904" cy="720080"/>
          </a:xfrm>
        </p:spPr>
        <p:txBody>
          <a:bodyPr/>
          <a:lstStyle/>
          <a:p>
            <a:r>
              <a:rPr lang="ja-JP" altLang="fr-FR" dirty="0" smtClean="0"/>
              <a:t>－すきです　</a:t>
            </a:r>
            <a:r>
              <a:rPr lang="fr-FR" altLang="ja-JP" dirty="0" smtClean="0"/>
              <a:t>correspond au verbe « aimer »</a:t>
            </a: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467544" y="263691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－が　</a:t>
            </a:r>
            <a:r>
              <a:rPr lang="fr-FR" altLang="ja-JP" dirty="0" smtClean="0"/>
              <a:t>marque le C.O.D. de 《</a:t>
            </a:r>
            <a:r>
              <a:rPr lang="ja-JP" altLang="fr-FR" dirty="0" smtClean="0"/>
              <a:t>すきです</a:t>
            </a:r>
            <a:r>
              <a:rPr lang="fr-FR" altLang="ja-JP" dirty="0" smtClean="0"/>
              <a:t>》</a:t>
            </a:r>
          </a:p>
          <a:p>
            <a:r>
              <a:rPr lang="ja-JP" altLang="fr-FR" dirty="0" smtClean="0"/>
              <a:t>－</a:t>
            </a:r>
            <a:r>
              <a:rPr lang="fr-FR" altLang="ja-JP" dirty="0" smtClean="0"/>
              <a:t>négation/passé </a:t>
            </a:r>
            <a:r>
              <a:rPr lang="fr-FR" altLang="ja-JP" dirty="0"/>
              <a:t> </a:t>
            </a:r>
            <a:r>
              <a:rPr lang="fr-FR" altLang="ja-JP" dirty="0" smtClean="0"/>
              <a:t>se fait avec la conjugaison de </a:t>
            </a:r>
            <a:r>
              <a:rPr lang="ja-JP" altLang="fr-FR" dirty="0" smtClean="0"/>
              <a:t>です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3789040"/>
            <a:ext cx="914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Ex) </a:t>
            </a:r>
          </a:p>
          <a:p>
            <a:r>
              <a:rPr lang="ja-JP" altLang="fr-FR" dirty="0"/>
              <a:t>わたし</a:t>
            </a:r>
            <a:r>
              <a:rPr lang="ja-JP" altLang="fr-FR" dirty="0" smtClean="0">
                <a:solidFill>
                  <a:srgbClr val="00B0F0"/>
                </a:solidFill>
              </a:rPr>
              <a:t>は</a:t>
            </a:r>
            <a:r>
              <a:rPr lang="ja-JP" altLang="fr-FR" dirty="0" smtClean="0"/>
              <a:t>　えいが</a:t>
            </a:r>
            <a:r>
              <a:rPr lang="ja-JP" altLang="fr-FR" dirty="0" smtClean="0">
                <a:solidFill>
                  <a:srgbClr val="00B0F0"/>
                </a:solidFill>
              </a:rPr>
              <a:t>が</a:t>
            </a:r>
            <a:r>
              <a:rPr lang="ja-JP" altLang="fr-FR" dirty="0" smtClean="0"/>
              <a:t>　すきです</a:t>
            </a:r>
            <a:r>
              <a:rPr lang="ja-JP" altLang="fr-FR" i="1" dirty="0" smtClean="0"/>
              <a:t>。        </a:t>
            </a:r>
            <a:r>
              <a:rPr lang="fr-FR" altLang="ja-JP" i="1" dirty="0" smtClean="0"/>
              <a:t>J’aime le cinéma. (Moi, j’aime le cinéma.)</a:t>
            </a:r>
          </a:p>
          <a:p>
            <a:endParaRPr lang="fr-FR" dirty="0"/>
          </a:p>
          <a:p>
            <a:r>
              <a:rPr lang="ja-JP" altLang="fr-FR" dirty="0" smtClean="0"/>
              <a:t>えいが</a:t>
            </a:r>
            <a:r>
              <a:rPr lang="ja-JP" altLang="fr-FR" dirty="0" smtClean="0">
                <a:solidFill>
                  <a:srgbClr val="00B0F0"/>
                </a:solidFill>
              </a:rPr>
              <a:t>は</a:t>
            </a:r>
            <a:r>
              <a:rPr lang="ja-JP" altLang="fr-FR" dirty="0" smtClean="0"/>
              <a:t>　「しちにんのさむらい」</a:t>
            </a:r>
            <a:r>
              <a:rPr lang="ja-JP" altLang="fr-FR" dirty="0" smtClean="0">
                <a:solidFill>
                  <a:srgbClr val="00B0F0"/>
                </a:solidFill>
              </a:rPr>
              <a:t>が</a:t>
            </a:r>
            <a:r>
              <a:rPr lang="ja-JP" altLang="fr-FR" dirty="0" smtClean="0"/>
              <a:t>　すきです。</a:t>
            </a:r>
            <a:endParaRPr lang="fr-FR" altLang="ja-JP" dirty="0" smtClean="0"/>
          </a:p>
          <a:p>
            <a:r>
              <a:rPr lang="fr-FR" altLang="ja-JP" i="1" dirty="0" smtClean="0"/>
              <a:t>En ce qui concerne le film, j’aime « Les Sept Samurai ».</a:t>
            </a:r>
          </a:p>
          <a:p>
            <a:endParaRPr lang="fr-FR" i="1" dirty="0"/>
          </a:p>
          <a:p>
            <a:r>
              <a:rPr lang="ja-JP" altLang="fr-FR" dirty="0" smtClean="0"/>
              <a:t>えいが</a:t>
            </a:r>
            <a:r>
              <a:rPr lang="ja-JP" altLang="fr-FR" dirty="0" smtClean="0">
                <a:solidFill>
                  <a:srgbClr val="00B0F0"/>
                </a:solidFill>
              </a:rPr>
              <a:t>は</a:t>
            </a:r>
            <a:r>
              <a:rPr lang="ja-JP" altLang="fr-FR" dirty="0" smtClean="0"/>
              <a:t>　くろさわ</a:t>
            </a:r>
            <a:r>
              <a:rPr lang="ja-JP" altLang="fr-FR" dirty="0" smtClean="0">
                <a:solidFill>
                  <a:srgbClr val="00B0F0"/>
                </a:solidFill>
              </a:rPr>
              <a:t>の</a:t>
            </a:r>
            <a:r>
              <a:rPr lang="ja-JP" altLang="fr-FR" dirty="0" smtClean="0"/>
              <a:t>「しちにんのさむらい」</a:t>
            </a:r>
            <a:r>
              <a:rPr lang="ja-JP" altLang="fr-FR" dirty="0" smtClean="0">
                <a:solidFill>
                  <a:srgbClr val="00B0F0"/>
                </a:solidFill>
              </a:rPr>
              <a:t>が</a:t>
            </a:r>
            <a:r>
              <a:rPr lang="ja-JP" altLang="fr-FR" dirty="0" smtClean="0"/>
              <a:t>　すきです。</a:t>
            </a:r>
            <a:endParaRPr lang="fr-FR" altLang="ja-JP" dirty="0" smtClean="0"/>
          </a:p>
          <a:p>
            <a:r>
              <a:rPr lang="fr-FR" altLang="ja-JP" dirty="0" smtClean="0"/>
              <a:t>En ce qui concerne le film, j’aime «Les Sept Samurai» de KUROSAWA.</a:t>
            </a:r>
          </a:p>
          <a:p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1267619" cy="1267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654446"/>
            <a:ext cx="2408532" cy="136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54764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</Words>
  <Application>Microsoft Office PowerPoint</Application>
  <PresentationFormat>Affichage à l'écran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N1は  N2が　すきです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N1は  N2が　すきです</dc:title>
  <dc:creator>Utilisateur</dc:creator>
  <cp:lastModifiedBy>Utilisateur</cp:lastModifiedBy>
  <cp:revision>3</cp:revision>
  <dcterms:created xsi:type="dcterms:W3CDTF">2020-12-04T10:42:45Z</dcterms:created>
  <dcterms:modified xsi:type="dcterms:W3CDTF">2020-12-04T11:07:08Z</dcterms:modified>
</cp:coreProperties>
</file>