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7559675" cx="10691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368">
          <p15:clr>
            <a:srgbClr val="A4A3A4"/>
          </p15:clr>
        </p15:guide>
      </p15:sldGuideLst>
    </p:ext>
    <p:ext uri="GoogleSlidesCustomDataVersion2">
      <go:slidesCustomData xmlns:go="http://customooxmlschemas.google.com/" r:id="rId12" roundtripDataSignature="AMtx7mitLDgbLW657agNsAaRKEdgtm/+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801886" y="2348400"/>
            <a:ext cx="9088041" cy="162043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603772" y="4283816"/>
            <a:ext cx="7484269" cy="1931917"/>
          </a:xfrm>
          <a:prstGeom prst="rect">
            <a:avLst/>
          </a:prstGeom>
          <a:noFill/>
          <a:ln>
            <a:noFill/>
          </a:ln>
        </p:spPr>
        <p:txBody>
          <a:bodyPr anchorCtr="0" anchor="t" bIns="45700" lIns="91425" spcFirstLastPara="1" rIns="91425" wrap="square" tIns="45700">
            <a:normAutofit/>
          </a:bodyPr>
          <a:lstStyle>
            <a:lvl1pPr lvl="0" algn="ctr">
              <a:spcBef>
                <a:spcPts val="705"/>
              </a:spcBef>
              <a:spcAft>
                <a:spcPts val="0"/>
              </a:spcAft>
              <a:buClr>
                <a:srgbClr val="888888"/>
              </a:buClr>
              <a:buSzPts val="3527"/>
              <a:buNone/>
              <a:defRPr>
                <a:solidFill>
                  <a:srgbClr val="888888"/>
                </a:solidFill>
              </a:defRPr>
            </a:lvl1pPr>
            <a:lvl2pPr lvl="1" algn="ctr">
              <a:spcBef>
                <a:spcPts val="617"/>
              </a:spcBef>
              <a:spcAft>
                <a:spcPts val="0"/>
              </a:spcAft>
              <a:buClr>
                <a:srgbClr val="888888"/>
              </a:buClr>
              <a:buSzPts val="3086"/>
              <a:buNone/>
              <a:defRPr>
                <a:solidFill>
                  <a:srgbClr val="888888"/>
                </a:solidFill>
              </a:defRPr>
            </a:lvl2pPr>
            <a:lvl3pPr lvl="2" algn="ctr">
              <a:spcBef>
                <a:spcPts val="529"/>
              </a:spcBef>
              <a:spcAft>
                <a:spcPts val="0"/>
              </a:spcAft>
              <a:buClr>
                <a:srgbClr val="888888"/>
              </a:buClr>
              <a:buSzPts val="2646"/>
              <a:buNone/>
              <a:defRPr>
                <a:solidFill>
                  <a:srgbClr val="888888"/>
                </a:solidFill>
              </a:defRPr>
            </a:lvl3pPr>
            <a:lvl4pPr lvl="3" algn="ctr">
              <a:spcBef>
                <a:spcPts val="441"/>
              </a:spcBef>
              <a:spcAft>
                <a:spcPts val="0"/>
              </a:spcAft>
              <a:buClr>
                <a:srgbClr val="888888"/>
              </a:buClr>
              <a:buSzPts val="2205"/>
              <a:buNone/>
              <a:defRPr>
                <a:solidFill>
                  <a:srgbClr val="888888"/>
                </a:solidFill>
              </a:defRPr>
            </a:lvl4pPr>
            <a:lvl5pPr lvl="4" algn="ctr">
              <a:spcBef>
                <a:spcPts val="441"/>
              </a:spcBef>
              <a:spcAft>
                <a:spcPts val="0"/>
              </a:spcAft>
              <a:buClr>
                <a:srgbClr val="888888"/>
              </a:buClr>
              <a:buSzPts val="2205"/>
              <a:buNone/>
              <a:defRPr>
                <a:solidFill>
                  <a:srgbClr val="888888"/>
                </a:solidFill>
              </a:defRPr>
            </a:lvl5pPr>
            <a:lvl6pPr lvl="5" algn="ctr">
              <a:spcBef>
                <a:spcPts val="441"/>
              </a:spcBef>
              <a:spcAft>
                <a:spcPts val="0"/>
              </a:spcAft>
              <a:buClr>
                <a:srgbClr val="888888"/>
              </a:buClr>
              <a:buSzPts val="2205"/>
              <a:buNone/>
              <a:defRPr>
                <a:solidFill>
                  <a:srgbClr val="888888"/>
                </a:solidFill>
              </a:defRPr>
            </a:lvl6pPr>
            <a:lvl7pPr lvl="6" algn="ctr">
              <a:spcBef>
                <a:spcPts val="441"/>
              </a:spcBef>
              <a:spcAft>
                <a:spcPts val="0"/>
              </a:spcAft>
              <a:buClr>
                <a:srgbClr val="888888"/>
              </a:buClr>
              <a:buSzPts val="2205"/>
              <a:buNone/>
              <a:defRPr>
                <a:solidFill>
                  <a:srgbClr val="888888"/>
                </a:solidFill>
              </a:defRPr>
            </a:lvl7pPr>
            <a:lvl8pPr lvl="7" algn="ctr">
              <a:spcBef>
                <a:spcPts val="441"/>
              </a:spcBef>
              <a:spcAft>
                <a:spcPts val="0"/>
              </a:spcAft>
              <a:buClr>
                <a:srgbClr val="888888"/>
              </a:buClr>
              <a:buSzPts val="2205"/>
              <a:buNone/>
              <a:defRPr>
                <a:solidFill>
                  <a:srgbClr val="888888"/>
                </a:solidFill>
              </a:defRPr>
            </a:lvl8pPr>
            <a:lvl9pPr lvl="8" algn="ctr">
              <a:spcBef>
                <a:spcPts val="441"/>
              </a:spcBef>
              <a:spcAft>
                <a:spcPts val="0"/>
              </a:spcAft>
              <a:buClr>
                <a:srgbClr val="888888"/>
              </a:buClr>
              <a:buSzPts val="2205"/>
              <a:buNone/>
              <a:defRPr>
                <a:solidFill>
                  <a:srgbClr val="888888"/>
                </a:solidFill>
              </a:defRPr>
            </a:lvl9pPr>
          </a:lstStyle>
          <a:p/>
        </p:txBody>
      </p:sp>
      <p:sp>
        <p:nvSpPr>
          <p:cNvPr id="18" name="Google Shape;18;p11"/>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534591" y="1763925"/>
            <a:ext cx="9622632" cy="498903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844580" y="4857792"/>
            <a:ext cx="9088041" cy="150143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409"/>
              <a:buFont typeface="Calibri"/>
              <a:buNone/>
              <a:defRPr b="1" sz="4409"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844580" y="3204114"/>
            <a:ext cx="9088041" cy="1653678"/>
          </a:xfrm>
          <a:prstGeom prst="rect">
            <a:avLst/>
          </a:prstGeom>
          <a:noFill/>
          <a:ln>
            <a:noFill/>
          </a:ln>
        </p:spPr>
        <p:txBody>
          <a:bodyPr anchorCtr="0" anchor="b" bIns="45700" lIns="91425" spcFirstLastPara="1" rIns="91425" wrap="square" tIns="45700">
            <a:normAutofit/>
          </a:bodyPr>
          <a:lstStyle>
            <a:lvl1pPr indent="-228600" lvl="0" marL="457200" algn="l">
              <a:spcBef>
                <a:spcPts val="441"/>
              </a:spcBef>
              <a:spcAft>
                <a:spcPts val="0"/>
              </a:spcAft>
              <a:buClr>
                <a:srgbClr val="888888"/>
              </a:buClr>
              <a:buSzPts val="2205"/>
              <a:buNone/>
              <a:defRPr sz="2205">
                <a:solidFill>
                  <a:srgbClr val="888888"/>
                </a:solidFill>
              </a:defRPr>
            </a:lvl1pPr>
            <a:lvl2pPr indent="-228600" lvl="1" marL="914400" algn="l">
              <a:spcBef>
                <a:spcPts val="397"/>
              </a:spcBef>
              <a:spcAft>
                <a:spcPts val="0"/>
              </a:spcAft>
              <a:buClr>
                <a:srgbClr val="888888"/>
              </a:buClr>
              <a:buSzPts val="1984"/>
              <a:buNone/>
              <a:defRPr sz="1984">
                <a:solidFill>
                  <a:srgbClr val="888888"/>
                </a:solidFill>
              </a:defRPr>
            </a:lvl2pPr>
            <a:lvl3pPr indent="-228600" lvl="2" marL="1371600" algn="l">
              <a:spcBef>
                <a:spcPts val="353"/>
              </a:spcBef>
              <a:spcAft>
                <a:spcPts val="0"/>
              </a:spcAft>
              <a:buClr>
                <a:srgbClr val="888888"/>
              </a:buClr>
              <a:buSzPts val="1764"/>
              <a:buNone/>
              <a:defRPr sz="1764">
                <a:solidFill>
                  <a:srgbClr val="888888"/>
                </a:solidFill>
              </a:defRPr>
            </a:lvl3pPr>
            <a:lvl4pPr indent="-228600" lvl="3" marL="1828800" algn="l">
              <a:spcBef>
                <a:spcPts val="309"/>
              </a:spcBef>
              <a:spcAft>
                <a:spcPts val="0"/>
              </a:spcAft>
              <a:buClr>
                <a:srgbClr val="888888"/>
              </a:buClr>
              <a:buSzPts val="1543"/>
              <a:buNone/>
              <a:defRPr sz="1543">
                <a:solidFill>
                  <a:srgbClr val="888888"/>
                </a:solidFill>
              </a:defRPr>
            </a:lvl4pPr>
            <a:lvl5pPr indent="-228600" lvl="4" marL="2286000" algn="l">
              <a:spcBef>
                <a:spcPts val="309"/>
              </a:spcBef>
              <a:spcAft>
                <a:spcPts val="0"/>
              </a:spcAft>
              <a:buClr>
                <a:srgbClr val="888888"/>
              </a:buClr>
              <a:buSzPts val="1543"/>
              <a:buNone/>
              <a:defRPr sz="1543">
                <a:solidFill>
                  <a:srgbClr val="888888"/>
                </a:solidFill>
              </a:defRPr>
            </a:lvl5pPr>
            <a:lvl6pPr indent="-228600" lvl="5" marL="2743200" algn="l">
              <a:spcBef>
                <a:spcPts val="309"/>
              </a:spcBef>
              <a:spcAft>
                <a:spcPts val="0"/>
              </a:spcAft>
              <a:buClr>
                <a:srgbClr val="888888"/>
              </a:buClr>
              <a:buSzPts val="1543"/>
              <a:buNone/>
              <a:defRPr sz="1543">
                <a:solidFill>
                  <a:srgbClr val="888888"/>
                </a:solidFill>
              </a:defRPr>
            </a:lvl6pPr>
            <a:lvl7pPr indent="-228600" lvl="6" marL="3200400" algn="l">
              <a:spcBef>
                <a:spcPts val="309"/>
              </a:spcBef>
              <a:spcAft>
                <a:spcPts val="0"/>
              </a:spcAft>
              <a:buClr>
                <a:srgbClr val="888888"/>
              </a:buClr>
              <a:buSzPts val="1543"/>
              <a:buNone/>
              <a:defRPr sz="1543">
                <a:solidFill>
                  <a:srgbClr val="888888"/>
                </a:solidFill>
              </a:defRPr>
            </a:lvl7pPr>
            <a:lvl8pPr indent="-228600" lvl="7" marL="3657600" algn="l">
              <a:spcBef>
                <a:spcPts val="309"/>
              </a:spcBef>
              <a:spcAft>
                <a:spcPts val="0"/>
              </a:spcAft>
              <a:buClr>
                <a:srgbClr val="888888"/>
              </a:buClr>
              <a:buSzPts val="1543"/>
              <a:buNone/>
              <a:defRPr sz="1543">
                <a:solidFill>
                  <a:srgbClr val="888888"/>
                </a:solidFill>
              </a:defRPr>
            </a:lvl8pPr>
            <a:lvl9pPr indent="-228600" lvl="8" marL="4114800" algn="l">
              <a:spcBef>
                <a:spcPts val="309"/>
              </a:spcBef>
              <a:spcAft>
                <a:spcPts val="0"/>
              </a:spcAft>
              <a:buClr>
                <a:srgbClr val="888888"/>
              </a:buClr>
              <a:buSzPts val="1543"/>
              <a:buNone/>
              <a:defRPr sz="1543">
                <a:solidFill>
                  <a:srgbClr val="888888"/>
                </a:solidFill>
              </a:defRPr>
            </a:lvl9pPr>
          </a:lstStyle>
          <a:p/>
        </p:txBody>
      </p:sp>
      <p:sp>
        <p:nvSpPr>
          <p:cNvPr id="30" name="Google Shape;30;p13"/>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534591" y="1763925"/>
            <a:ext cx="4722217" cy="4989036"/>
          </a:xfrm>
          <a:prstGeom prst="rect">
            <a:avLst/>
          </a:prstGeom>
          <a:noFill/>
          <a:ln>
            <a:noFill/>
          </a:ln>
        </p:spPr>
        <p:txBody>
          <a:bodyPr anchorCtr="0" anchor="t" bIns="45700" lIns="91425" spcFirstLastPara="1" rIns="91425" wrap="square" tIns="45700">
            <a:normAutofit/>
          </a:bodyPr>
          <a:lstStyle>
            <a:lvl1pPr indent="-424561" lvl="0" marL="457200" algn="l">
              <a:spcBef>
                <a:spcPts val="617"/>
              </a:spcBef>
              <a:spcAft>
                <a:spcPts val="0"/>
              </a:spcAft>
              <a:buClr>
                <a:schemeClr val="dk1"/>
              </a:buClr>
              <a:buSzPts val="3086"/>
              <a:buChar char="•"/>
              <a:defRPr sz="3086"/>
            </a:lvl1pPr>
            <a:lvl2pPr indent="-396621" lvl="1" marL="914400" algn="l">
              <a:spcBef>
                <a:spcPts val="529"/>
              </a:spcBef>
              <a:spcAft>
                <a:spcPts val="0"/>
              </a:spcAft>
              <a:buClr>
                <a:schemeClr val="dk1"/>
              </a:buClr>
              <a:buSzPts val="2646"/>
              <a:buChar char="–"/>
              <a:defRPr sz="2646"/>
            </a:lvl2pPr>
            <a:lvl3pPr indent="-368618" lvl="2" marL="1371600" algn="l">
              <a:spcBef>
                <a:spcPts val="441"/>
              </a:spcBef>
              <a:spcAft>
                <a:spcPts val="0"/>
              </a:spcAft>
              <a:buClr>
                <a:schemeClr val="dk1"/>
              </a:buClr>
              <a:buSzPts val="2205"/>
              <a:buChar char="•"/>
              <a:defRPr sz="2205"/>
            </a:lvl3pPr>
            <a:lvl4pPr indent="-354584" lvl="3" marL="1828800" algn="l">
              <a:spcBef>
                <a:spcPts val="397"/>
              </a:spcBef>
              <a:spcAft>
                <a:spcPts val="0"/>
              </a:spcAft>
              <a:buClr>
                <a:schemeClr val="dk1"/>
              </a:buClr>
              <a:buSzPts val="1984"/>
              <a:buChar char="–"/>
              <a:defRPr sz="1984"/>
            </a:lvl4pPr>
            <a:lvl5pPr indent="-354584" lvl="4" marL="2286000" algn="l">
              <a:spcBef>
                <a:spcPts val="397"/>
              </a:spcBef>
              <a:spcAft>
                <a:spcPts val="0"/>
              </a:spcAft>
              <a:buClr>
                <a:schemeClr val="dk1"/>
              </a:buClr>
              <a:buSzPts val="1984"/>
              <a:buChar char="»"/>
              <a:defRPr sz="1984"/>
            </a:lvl5pPr>
            <a:lvl6pPr indent="-354584" lvl="5" marL="2743200" algn="l">
              <a:spcBef>
                <a:spcPts val="397"/>
              </a:spcBef>
              <a:spcAft>
                <a:spcPts val="0"/>
              </a:spcAft>
              <a:buClr>
                <a:schemeClr val="dk1"/>
              </a:buClr>
              <a:buSzPts val="1984"/>
              <a:buChar char="•"/>
              <a:defRPr sz="1984"/>
            </a:lvl6pPr>
            <a:lvl7pPr indent="-354584" lvl="6" marL="3200400" algn="l">
              <a:spcBef>
                <a:spcPts val="397"/>
              </a:spcBef>
              <a:spcAft>
                <a:spcPts val="0"/>
              </a:spcAft>
              <a:buClr>
                <a:schemeClr val="dk1"/>
              </a:buClr>
              <a:buSzPts val="1984"/>
              <a:buChar char="•"/>
              <a:defRPr sz="1984"/>
            </a:lvl7pPr>
            <a:lvl8pPr indent="-354584" lvl="7" marL="3657600" algn="l">
              <a:spcBef>
                <a:spcPts val="397"/>
              </a:spcBef>
              <a:spcAft>
                <a:spcPts val="0"/>
              </a:spcAft>
              <a:buClr>
                <a:schemeClr val="dk1"/>
              </a:buClr>
              <a:buSzPts val="1984"/>
              <a:buChar char="•"/>
              <a:defRPr sz="1984"/>
            </a:lvl8pPr>
            <a:lvl9pPr indent="-354584" lvl="8" marL="4114800" algn="l">
              <a:spcBef>
                <a:spcPts val="397"/>
              </a:spcBef>
              <a:spcAft>
                <a:spcPts val="0"/>
              </a:spcAft>
              <a:buClr>
                <a:schemeClr val="dk1"/>
              </a:buClr>
              <a:buSzPts val="1984"/>
              <a:buChar char="•"/>
              <a:defRPr sz="1984"/>
            </a:lvl9pPr>
          </a:lstStyle>
          <a:p/>
        </p:txBody>
      </p:sp>
      <p:sp>
        <p:nvSpPr>
          <p:cNvPr id="36" name="Google Shape;36;p14"/>
          <p:cNvSpPr txBox="1"/>
          <p:nvPr>
            <p:ph idx="2" type="body"/>
          </p:nvPr>
        </p:nvSpPr>
        <p:spPr>
          <a:xfrm>
            <a:off x="5435005" y="1763925"/>
            <a:ext cx="4722217" cy="4989036"/>
          </a:xfrm>
          <a:prstGeom prst="rect">
            <a:avLst/>
          </a:prstGeom>
          <a:noFill/>
          <a:ln>
            <a:noFill/>
          </a:ln>
        </p:spPr>
        <p:txBody>
          <a:bodyPr anchorCtr="0" anchor="t" bIns="45700" lIns="91425" spcFirstLastPara="1" rIns="91425" wrap="square" tIns="45700">
            <a:normAutofit/>
          </a:bodyPr>
          <a:lstStyle>
            <a:lvl1pPr indent="-424561" lvl="0" marL="457200" algn="l">
              <a:spcBef>
                <a:spcPts val="617"/>
              </a:spcBef>
              <a:spcAft>
                <a:spcPts val="0"/>
              </a:spcAft>
              <a:buClr>
                <a:schemeClr val="dk1"/>
              </a:buClr>
              <a:buSzPts val="3086"/>
              <a:buChar char="•"/>
              <a:defRPr sz="3086"/>
            </a:lvl1pPr>
            <a:lvl2pPr indent="-396621" lvl="1" marL="914400" algn="l">
              <a:spcBef>
                <a:spcPts val="529"/>
              </a:spcBef>
              <a:spcAft>
                <a:spcPts val="0"/>
              </a:spcAft>
              <a:buClr>
                <a:schemeClr val="dk1"/>
              </a:buClr>
              <a:buSzPts val="2646"/>
              <a:buChar char="–"/>
              <a:defRPr sz="2646"/>
            </a:lvl2pPr>
            <a:lvl3pPr indent="-368618" lvl="2" marL="1371600" algn="l">
              <a:spcBef>
                <a:spcPts val="441"/>
              </a:spcBef>
              <a:spcAft>
                <a:spcPts val="0"/>
              </a:spcAft>
              <a:buClr>
                <a:schemeClr val="dk1"/>
              </a:buClr>
              <a:buSzPts val="2205"/>
              <a:buChar char="•"/>
              <a:defRPr sz="2205"/>
            </a:lvl3pPr>
            <a:lvl4pPr indent="-354584" lvl="3" marL="1828800" algn="l">
              <a:spcBef>
                <a:spcPts val="397"/>
              </a:spcBef>
              <a:spcAft>
                <a:spcPts val="0"/>
              </a:spcAft>
              <a:buClr>
                <a:schemeClr val="dk1"/>
              </a:buClr>
              <a:buSzPts val="1984"/>
              <a:buChar char="–"/>
              <a:defRPr sz="1984"/>
            </a:lvl4pPr>
            <a:lvl5pPr indent="-354584" lvl="4" marL="2286000" algn="l">
              <a:spcBef>
                <a:spcPts val="397"/>
              </a:spcBef>
              <a:spcAft>
                <a:spcPts val="0"/>
              </a:spcAft>
              <a:buClr>
                <a:schemeClr val="dk1"/>
              </a:buClr>
              <a:buSzPts val="1984"/>
              <a:buChar char="»"/>
              <a:defRPr sz="1984"/>
            </a:lvl5pPr>
            <a:lvl6pPr indent="-354584" lvl="5" marL="2743200" algn="l">
              <a:spcBef>
                <a:spcPts val="397"/>
              </a:spcBef>
              <a:spcAft>
                <a:spcPts val="0"/>
              </a:spcAft>
              <a:buClr>
                <a:schemeClr val="dk1"/>
              </a:buClr>
              <a:buSzPts val="1984"/>
              <a:buChar char="•"/>
              <a:defRPr sz="1984"/>
            </a:lvl6pPr>
            <a:lvl7pPr indent="-354584" lvl="6" marL="3200400" algn="l">
              <a:spcBef>
                <a:spcPts val="397"/>
              </a:spcBef>
              <a:spcAft>
                <a:spcPts val="0"/>
              </a:spcAft>
              <a:buClr>
                <a:schemeClr val="dk1"/>
              </a:buClr>
              <a:buSzPts val="1984"/>
              <a:buChar char="•"/>
              <a:defRPr sz="1984"/>
            </a:lvl7pPr>
            <a:lvl8pPr indent="-354584" lvl="7" marL="3657600" algn="l">
              <a:spcBef>
                <a:spcPts val="397"/>
              </a:spcBef>
              <a:spcAft>
                <a:spcPts val="0"/>
              </a:spcAft>
              <a:buClr>
                <a:schemeClr val="dk1"/>
              </a:buClr>
              <a:buSzPts val="1984"/>
              <a:buChar char="•"/>
              <a:defRPr sz="1984"/>
            </a:lvl8pPr>
            <a:lvl9pPr indent="-354584" lvl="8" marL="4114800" algn="l">
              <a:spcBef>
                <a:spcPts val="397"/>
              </a:spcBef>
              <a:spcAft>
                <a:spcPts val="0"/>
              </a:spcAft>
              <a:buClr>
                <a:schemeClr val="dk1"/>
              </a:buClr>
              <a:buSzPts val="1984"/>
              <a:buChar char="•"/>
              <a:defRPr sz="1984"/>
            </a:lvl9pPr>
          </a:lstStyle>
          <a:p/>
        </p:txBody>
      </p:sp>
      <p:sp>
        <p:nvSpPr>
          <p:cNvPr id="37" name="Google Shape;37;p14"/>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5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534591" y="1692178"/>
            <a:ext cx="4724074" cy="705219"/>
          </a:xfrm>
          <a:prstGeom prst="rect">
            <a:avLst/>
          </a:prstGeom>
          <a:noFill/>
          <a:ln>
            <a:noFill/>
          </a:ln>
        </p:spPr>
        <p:txBody>
          <a:bodyPr anchorCtr="0" anchor="b" bIns="45700" lIns="91425" spcFirstLastPara="1" rIns="91425" wrap="square" tIns="45700">
            <a:normAutofit/>
          </a:bodyPr>
          <a:lstStyle>
            <a:lvl1pPr indent="-228600" lvl="0" marL="457200" algn="l">
              <a:spcBef>
                <a:spcPts val="529"/>
              </a:spcBef>
              <a:spcAft>
                <a:spcPts val="0"/>
              </a:spcAft>
              <a:buClr>
                <a:schemeClr val="dk1"/>
              </a:buClr>
              <a:buSzPts val="2646"/>
              <a:buNone/>
              <a:defRPr b="1" sz="2646"/>
            </a:lvl1pPr>
            <a:lvl2pPr indent="-228600" lvl="1" marL="914400" algn="l">
              <a:spcBef>
                <a:spcPts val="441"/>
              </a:spcBef>
              <a:spcAft>
                <a:spcPts val="0"/>
              </a:spcAft>
              <a:buClr>
                <a:schemeClr val="dk1"/>
              </a:buClr>
              <a:buSzPts val="2205"/>
              <a:buNone/>
              <a:defRPr b="1" sz="2205"/>
            </a:lvl2pPr>
            <a:lvl3pPr indent="-228600" lvl="2" marL="1371600" algn="l">
              <a:spcBef>
                <a:spcPts val="397"/>
              </a:spcBef>
              <a:spcAft>
                <a:spcPts val="0"/>
              </a:spcAft>
              <a:buClr>
                <a:schemeClr val="dk1"/>
              </a:buClr>
              <a:buSzPts val="1984"/>
              <a:buNone/>
              <a:defRPr b="1" sz="1984"/>
            </a:lvl3pPr>
            <a:lvl4pPr indent="-228600" lvl="3" marL="1828800" algn="l">
              <a:spcBef>
                <a:spcPts val="353"/>
              </a:spcBef>
              <a:spcAft>
                <a:spcPts val="0"/>
              </a:spcAft>
              <a:buClr>
                <a:schemeClr val="dk1"/>
              </a:buClr>
              <a:buSzPts val="1764"/>
              <a:buNone/>
              <a:defRPr b="1" sz="1764"/>
            </a:lvl4pPr>
            <a:lvl5pPr indent="-228600" lvl="4" marL="2286000" algn="l">
              <a:spcBef>
                <a:spcPts val="353"/>
              </a:spcBef>
              <a:spcAft>
                <a:spcPts val="0"/>
              </a:spcAft>
              <a:buClr>
                <a:schemeClr val="dk1"/>
              </a:buClr>
              <a:buSzPts val="1764"/>
              <a:buNone/>
              <a:defRPr b="1" sz="1764"/>
            </a:lvl5pPr>
            <a:lvl6pPr indent="-228600" lvl="5" marL="2743200" algn="l">
              <a:spcBef>
                <a:spcPts val="353"/>
              </a:spcBef>
              <a:spcAft>
                <a:spcPts val="0"/>
              </a:spcAft>
              <a:buClr>
                <a:schemeClr val="dk1"/>
              </a:buClr>
              <a:buSzPts val="1764"/>
              <a:buNone/>
              <a:defRPr b="1" sz="1764"/>
            </a:lvl6pPr>
            <a:lvl7pPr indent="-228600" lvl="6" marL="3200400" algn="l">
              <a:spcBef>
                <a:spcPts val="353"/>
              </a:spcBef>
              <a:spcAft>
                <a:spcPts val="0"/>
              </a:spcAft>
              <a:buClr>
                <a:schemeClr val="dk1"/>
              </a:buClr>
              <a:buSzPts val="1764"/>
              <a:buNone/>
              <a:defRPr b="1" sz="1764"/>
            </a:lvl7pPr>
            <a:lvl8pPr indent="-228600" lvl="7" marL="3657600" algn="l">
              <a:spcBef>
                <a:spcPts val="353"/>
              </a:spcBef>
              <a:spcAft>
                <a:spcPts val="0"/>
              </a:spcAft>
              <a:buClr>
                <a:schemeClr val="dk1"/>
              </a:buClr>
              <a:buSzPts val="1764"/>
              <a:buNone/>
              <a:defRPr b="1" sz="1764"/>
            </a:lvl8pPr>
            <a:lvl9pPr indent="-228600" lvl="8" marL="4114800" algn="l">
              <a:spcBef>
                <a:spcPts val="353"/>
              </a:spcBef>
              <a:spcAft>
                <a:spcPts val="0"/>
              </a:spcAft>
              <a:buClr>
                <a:schemeClr val="dk1"/>
              </a:buClr>
              <a:buSzPts val="1764"/>
              <a:buNone/>
              <a:defRPr b="1" sz="1764"/>
            </a:lvl9pPr>
          </a:lstStyle>
          <a:p/>
        </p:txBody>
      </p:sp>
      <p:sp>
        <p:nvSpPr>
          <p:cNvPr id="43" name="Google Shape;43;p15"/>
          <p:cNvSpPr txBox="1"/>
          <p:nvPr>
            <p:ph idx="2" type="body"/>
          </p:nvPr>
        </p:nvSpPr>
        <p:spPr>
          <a:xfrm>
            <a:off x="534591" y="2397397"/>
            <a:ext cx="4724074" cy="4355563"/>
          </a:xfrm>
          <a:prstGeom prst="rect">
            <a:avLst/>
          </a:prstGeom>
          <a:noFill/>
          <a:ln>
            <a:noFill/>
          </a:ln>
        </p:spPr>
        <p:txBody>
          <a:bodyPr anchorCtr="0" anchor="t" bIns="45700" lIns="91425" spcFirstLastPara="1" rIns="91425" wrap="square" tIns="45700">
            <a:normAutofit/>
          </a:bodyPr>
          <a:lstStyle>
            <a:lvl1pPr indent="-396621" lvl="0" marL="457200" algn="l">
              <a:spcBef>
                <a:spcPts val="529"/>
              </a:spcBef>
              <a:spcAft>
                <a:spcPts val="0"/>
              </a:spcAft>
              <a:buClr>
                <a:schemeClr val="dk1"/>
              </a:buClr>
              <a:buSzPts val="2646"/>
              <a:buChar char="•"/>
              <a:defRPr sz="2646"/>
            </a:lvl1pPr>
            <a:lvl2pPr indent="-368618" lvl="1" marL="914400" algn="l">
              <a:spcBef>
                <a:spcPts val="441"/>
              </a:spcBef>
              <a:spcAft>
                <a:spcPts val="0"/>
              </a:spcAft>
              <a:buClr>
                <a:schemeClr val="dk1"/>
              </a:buClr>
              <a:buSzPts val="2205"/>
              <a:buChar char="–"/>
              <a:defRPr sz="2205"/>
            </a:lvl2pPr>
            <a:lvl3pPr indent="-354584" lvl="2" marL="1371600" algn="l">
              <a:spcBef>
                <a:spcPts val="397"/>
              </a:spcBef>
              <a:spcAft>
                <a:spcPts val="0"/>
              </a:spcAft>
              <a:buClr>
                <a:schemeClr val="dk1"/>
              </a:buClr>
              <a:buSzPts val="1984"/>
              <a:buChar char="•"/>
              <a:defRPr sz="1984"/>
            </a:lvl3pPr>
            <a:lvl4pPr indent="-340614" lvl="3" marL="1828800" algn="l">
              <a:spcBef>
                <a:spcPts val="353"/>
              </a:spcBef>
              <a:spcAft>
                <a:spcPts val="0"/>
              </a:spcAft>
              <a:buClr>
                <a:schemeClr val="dk1"/>
              </a:buClr>
              <a:buSzPts val="1764"/>
              <a:buChar char="–"/>
              <a:defRPr sz="1764"/>
            </a:lvl4pPr>
            <a:lvl5pPr indent="-340614" lvl="4" marL="2286000" algn="l">
              <a:spcBef>
                <a:spcPts val="353"/>
              </a:spcBef>
              <a:spcAft>
                <a:spcPts val="0"/>
              </a:spcAft>
              <a:buClr>
                <a:schemeClr val="dk1"/>
              </a:buClr>
              <a:buSzPts val="1764"/>
              <a:buChar char="»"/>
              <a:defRPr sz="1764"/>
            </a:lvl5pPr>
            <a:lvl6pPr indent="-340614" lvl="5" marL="2743200" algn="l">
              <a:spcBef>
                <a:spcPts val="353"/>
              </a:spcBef>
              <a:spcAft>
                <a:spcPts val="0"/>
              </a:spcAft>
              <a:buClr>
                <a:schemeClr val="dk1"/>
              </a:buClr>
              <a:buSzPts val="1764"/>
              <a:buChar char="•"/>
              <a:defRPr sz="1764"/>
            </a:lvl6pPr>
            <a:lvl7pPr indent="-340614" lvl="6" marL="3200400" algn="l">
              <a:spcBef>
                <a:spcPts val="353"/>
              </a:spcBef>
              <a:spcAft>
                <a:spcPts val="0"/>
              </a:spcAft>
              <a:buClr>
                <a:schemeClr val="dk1"/>
              </a:buClr>
              <a:buSzPts val="1764"/>
              <a:buChar char="•"/>
              <a:defRPr sz="1764"/>
            </a:lvl7pPr>
            <a:lvl8pPr indent="-340614" lvl="7" marL="3657600" algn="l">
              <a:spcBef>
                <a:spcPts val="353"/>
              </a:spcBef>
              <a:spcAft>
                <a:spcPts val="0"/>
              </a:spcAft>
              <a:buClr>
                <a:schemeClr val="dk1"/>
              </a:buClr>
              <a:buSzPts val="1764"/>
              <a:buChar char="•"/>
              <a:defRPr sz="1764"/>
            </a:lvl8pPr>
            <a:lvl9pPr indent="-340614" lvl="8" marL="4114800" algn="l">
              <a:spcBef>
                <a:spcPts val="353"/>
              </a:spcBef>
              <a:spcAft>
                <a:spcPts val="0"/>
              </a:spcAft>
              <a:buClr>
                <a:schemeClr val="dk1"/>
              </a:buClr>
              <a:buSzPts val="1764"/>
              <a:buChar char="•"/>
              <a:defRPr sz="1764"/>
            </a:lvl9pPr>
          </a:lstStyle>
          <a:p/>
        </p:txBody>
      </p:sp>
      <p:sp>
        <p:nvSpPr>
          <p:cNvPr id="44" name="Google Shape;44;p15"/>
          <p:cNvSpPr txBox="1"/>
          <p:nvPr>
            <p:ph idx="3" type="body"/>
          </p:nvPr>
        </p:nvSpPr>
        <p:spPr>
          <a:xfrm>
            <a:off x="5431293" y="1692178"/>
            <a:ext cx="4725930" cy="705219"/>
          </a:xfrm>
          <a:prstGeom prst="rect">
            <a:avLst/>
          </a:prstGeom>
          <a:noFill/>
          <a:ln>
            <a:noFill/>
          </a:ln>
        </p:spPr>
        <p:txBody>
          <a:bodyPr anchorCtr="0" anchor="b" bIns="45700" lIns="91425" spcFirstLastPara="1" rIns="91425" wrap="square" tIns="45700">
            <a:normAutofit/>
          </a:bodyPr>
          <a:lstStyle>
            <a:lvl1pPr indent="-228600" lvl="0" marL="457200" algn="l">
              <a:spcBef>
                <a:spcPts val="529"/>
              </a:spcBef>
              <a:spcAft>
                <a:spcPts val="0"/>
              </a:spcAft>
              <a:buClr>
                <a:schemeClr val="dk1"/>
              </a:buClr>
              <a:buSzPts val="2646"/>
              <a:buNone/>
              <a:defRPr b="1" sz="2646"/>
            </a:lvl1pPr>
            <a:lvl2pPr indent="-228600" lvl="1" marL="914400" algn="l">
              <a:spcBef>
                <a:spcPts val="441"/>
              </a:spcBef>
              <a:spcAft>
                <a:spcPts val="0"/>
              </a:spcAft>
              <a:buClr>
                <a:schemeClr val="dk1"/>
              </a:buClr>
              <a:buSzPts val="2205"/>
              <a:buNone/>
              <a:defRPr b="1" sz="2205"/>
            </a:lvl2pPr>
            <a:lvl3pPr indent="-228600" lvl="2" marL="1371600" algn="l">
              <a:spcBef>
                <a:spcPts val="397"/>
              </a:spcBef>
              <a:spcAft>
                <a:spcPts val="0"/>
              </a:spcAft>
              <a:buClr>
                <a:schemeClr val="dk1"/>
              </a:buClr>
              <a:buSzPts val="1984"/>
              <a:buNone/>
              <a:defRPr b="1" sz="1984"/>
            </a:lvl3pPr>
            <a:lvl4pPr indent="-228600" lvl="3" marL="1828800" algn="l">
              <a:spcBef>
                <a:spcPts val="353"/>
              </a:spcBef>
              <a:spcAft>
                <a:spcPts val="0"/>
              </a:spcAft>
              <a:buClr>
                <a:schemeClr val="dk1"/>
              </a:buClr>
              <a:buSzPts val="1764"/>
              <a:buNone/>
              <a:defRPr b="1" sz="1764"/>
            </a:lvl4pPr>
            <a:lvl5pPr indent="-228600" lvl="4" marL="2286000" algn="l">
              <a:spcBef>
                <a:spcPts val="353"/>
              </a:spcBef>
              <a:spcAft>
                <a:spcPts val="0"/>
              </a:spcAft>
              <a:buClr>
                <a:schemeClr val="dk1"/>
              </a:buClr>
              <a:buSzPts val="1764"/>
              <a:buNone/>
              <a:defRPr b="1" sz="1764"/>
            </a:lvl5pPr>
            <a:lvl6pPr indent="-228600" lvl="5" marL="2743200" algn="l">
              <a:spcBef>
                <a:spcPts val="353"/>
              </a:spcBef>
              <a:spcAft>
                <a:spcPts val="0"/>
              </a:spcAft>
              <a:buClr>
                <a:schemeClr val="dk1"/>
              </a:buClr>
              <a:buSzPts val="1764"/>
              <a:buNone/>
              <a:defRPr b="1" sz="1764"/>
            </a:lvl6pPr>
            <a:lvl7pPr indent="-228600" lvl="6" marL="3200400" algn="l">
              <a:spcBef>
                <a:spcPts val="353"/>
              </a:spcBef>
              <a:spcAft>
                <a:spcPts val="0"/>
              </a:spcAft>
              <a:buClr>
                <a:schemeClr val="dk1"/>
              </a:buClr>
              <a:buSzPts val="1764"/>
              <a:buNone/>
              <a:defRPr b="1" sz="1764"/>
            </a:lvl7pPr>
            <a:lvl8pPr indent="-228600" lvl="7" marL="3657600" algn="l">
              <a:spcBef>
                <a:spcPts val="353"/>
              </a:spcBef>
              <a:spcAft>
                <a:spcPts val="0"/>
              </a:spcAft>
              <a:buClr>
                <a:schemeClr val="dk1"/>
              </a:buClr>
              <a:buSzPts val="1764"/>
              <a:buNone/>
              <a:defRPr b="1" sz="1764"/>
            </a:lvl8pPr>
            <a:lvl9pPr indent="-228600" lvl="8" marL="4114800" algn="l">
              <a:spcBef>
                <a:spcPts val="353"/>
              </a:spcBef>
              <a:spcAft>
                <a:spcPts val="0"/>
              </a:spcAft>
              <a:buClr>
                <a:schemeClr val="dk1"/>
              </a:buClr>
              <a:buSzPts val="1764"/>
              <a:buNone/>
              <a:defRPr b="1" sz="1764"/>
            </a:lvl9pPr>
          </a:lstStyle>
          <a:p/>
        </p:txBody>
      </p:sp>
      <p:sp>
        <p:nvSpPr>
          <p:cNvPr id="45" name="Google Shape;45;p15"/>
          <p:cNvSpPr txBox="1"/>
          <p:nvPr>
            <p:ph idx="4" type="body"/>
          </p:nvPr>
        </p:nvSpPr>
        <p:spPr>
          <a:xfrm>
            <a:off x="5431293" y="2397397"/>
            <a:ext cx="4725930" cy="4355563"/>
          </a:xfrm>
          <a:prstGeom prst="rect">
            <a:avLst/>
          </a:prstGeom>
          <a:noFill/>
          <a:ln>
            <a:noFill/>
          </a:ln>
        </p:spPr>
        <p:txBody>
          <a:bodyPr anchorCtr="0" anchor="t" bIns="45700" lIns="91425" spcFirstLastPara="1" rIns="91425" wrap="square" tIns="45700">
            <a:normAutofit/>
          </a:bodyPr>
          <a:lstStyle>
            <a:lvl1pPr indent="-396621" lvl="0" marL="457200" algn="l">
              <a:spcBef>
                <a:spcPts val="529"/>
              </a:spcBef>
              <a:spcAft>
                <a:spcPts val="0"/>
              </a:spcAft>
              <a:buClr>
                <a:schemeClr val="dk1"/>
              </a:buClr>
              <a:buSzPts val="2646"/>
              <a:buChar char="•"/>
              <a:defRPr sz="2646"/>
            </a:lvl1pPr>
            <a:lvl2pPr indent="-368618" lvl="1" marL="914400" algn="l">
              <a:spcBef>
                <a:spcPts val="441"/>
              </a:spcBef>
              <a:spcAft>
                <a:spcPts val="0"/>
              </a:spcAft>
              <a:buClr>
                <a:schemeClr val="dk1"/>
              </a:buClr>
              <a:buSzPts val="2205"/>
              <a:buChar char="–"/>
              <a:defRPr sz="2205"/>
            </a:lvl2pPr>
            <a:lvl3pPr indent="-354584" lvl="2" marL="1371600" algn="l">
              <a:spcBef>
                <a:spcPts val="397"/>
              </a:spcBef>
              <a:spcAft>
                <a:spcPts val="0"/>
              </a:spcAft>
              <a:buClr>
                <a:schemeClr val="dk1"/>
              </a:buClr>
              <a:buSzPts val="1984"/>
              <a:buChar char="•"/>
              <a:defRPr sz="1984"/>
            </a:lvl3pPr>
            <a:lvl4pPr indent="-340614" lvl="3" marL="1828800" algn="l">
              <a:spcBef>
                <a:spcPts val="353"/>
              </a:spcBef>
              <a:spcAft>
                <a:spcPts val="0"/>
              </a:spcAft>
              <a:buClr>
                <a:schemeClr val="dk1"/>
              </a:buClr>
              <a:buSzPts val="1764"/>
              <a:buChar char="–"/>
              <a:defRPr sz="1764"/>
            </a:lvl4pPr>
            <a:lvl5pPr indent="-340614" lvl="4" marL="2286000" algn="l">
              <a:spcBef>
                <a:spcPts val="353"/>
              </a:spcBef>
              <a:spcAft>
                <a:spcPts val="0"/>
              </a:spcAft>
              <a:buClr>
                <a:schemeClr val="dk1"/>
              </a:buClr>
              <a:buSzPts val="1764"/>
              <a:buChar char="»"/>
              <a:defRPr sz="1764"/>
            </a:lvl5pPr>
            <a:lvl6pPr indent="-340614" lvl="5" marL="2743200" algn="l">
              <a:spcBef>
                <a:spcPts val="353"/>
              </a:spcBef>
              <a:spcAft>
                <a:spcPts val="0"/>
              </a:spcAft>
              <a:buClr>
                <a:schemeClr val="dk1"/>
              </a:buClr>
              <a:buSzPts val="1764"/>
              <a:buChar char="•"/>
              <a:defRPr sz="1764"/>
            </a:lvl6pPr>
            <a:lvl7pPr indent="-340614" lvl="6" marL="3200400" algn="l">
              <a:spcBef>
                <a:spcPts val="353"/>
              </a:spcBef>
              <a:spcAft>
                <a:spcPts val="0"/>
              </a:spcAft>
              <a:buClr>
                <a:schemeClr val="dk1"/>
              </a:buClr>
              <a:buSzPts val="1764"/>
              <a:buChar char="•"/>
              <a:defRPr sz="1764"/>
            </a:lvl7pPr>
            <a:lvl8pPr indent="-340614" lvl="7" marL="3657600" algn="l">
              <a:spcBef>
                <a:spcPts val="353"/>
              </a:spcBef>
              <a:spcAft>
                <a:spcPts val="0"/>
              </a:spcAft>
              <a:buClr>
                <a:schemeClr val="dk1"/>
              </a:buClr>
              <a:buSzPts val="1764"/>
              <a:buChar char="•"/>
              <a:defRPr sz="1764"/>
            </a:lvl8pPr>
            <a:lvl9pPr indent="-340614" lvl="8" marL="4114800" algn="l">
              <a:spcBef>
                <a:spcPts val="353"/>
              </a:spcBef>
              <a:spcAft>
                <a:spcPts val="0"/>
              </a:spcAft>
              <a:buClr>
                <a:schemeClr val="dk1"/>
              </a:buClr>
              <a:buSzPts val="1764"/>
              <a:buChar char="•"/>
              <a:defRPr sz="1764"/>
            </a:lvl9pPr>
          </a:lstStyle>
          <a:p/>
        </p:txBody>
      </p:sp>
      <p:sp>
        <p:nvSpPr>
          <p:cNvPr id="46" name="Google Shape;46;p15"/>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534591" y="300987"/>
            <a:ext cx="3517533" cy="12809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205"/>
              <a:buFont typeface="Calibri"/>
              <a:buNone/>
              <a:defRPr b="1" sz="220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4180202" y="300988"/>
            <a:ext cx="5977020" cy="6451973"/>
          </a:xfrm>
          <a:prstGeom prst="rect">
            <a:avLst/>
          </a:prstGeom>
          <a:noFill/>
          <a:ln>
            <a:noFill/>
          </a:ln>
        </p:spPr>
        <p:txBody>
          <a:bodyPr anchorCtr="0" anchor="t" bIns="45700" lIns="91425" spcFirstLastPara="1" rIns="91425" wrap="square" tIns="45700">
            <a:normAutofit/>
          </a:bodyPr>
          <a:lstStyle>
            <a:lvl1pPr indent="-452565" lvl="0" marL="457200" algn="l">
              <a:spcBef>
                <a:spcPts val="705"/>
              </a:spcBef>
              <a:spcAft>
                <a:spcPts val="0"/>
              </a:spcAft>
              <a:buClr>
                <a:schemeClr val="dk1"/>
              </a:buClr>
              <a:buSzPts val="3527"/>
              <a:buChar char="•"/>
              <a:defRPr sz="3527"/>
            </a:lvl1pPr>
            <a:lvl2pPr indent="-424561" lvl="1" marL="914400" algn="l">
              <a:spcBef>
                <a:spcPts val="617"/>
              </a:spcBef>
              <a:spcAft>
                <a:spcPts val="0"/>
              </a:spcAft>
              <a:buClr>
                <a:schemeClr val="dk1"/>
              </a:buClr>
              <a:buSzPts val="3086"/>
              <a:buChar char="–"/>
              <a:defRPr sz="3086"/>
            </a:lvl2pPr>
            <a:lvl3pPr indent="-396621" lvl="2" marL="1371600" algn="l">
              <a:spcBef>
                <a:spcPts val="529"/>
              </a:spcBef>
              <a:spcAft>
                <a:spcPts val="0"/>
              </a:spcAft>
              <a:buClr>
                <a:schemeClr val="dk1"/>
              </a:buClr>
              <a:buSzPts val="2646"/>
              <a:buChar char="•"/>
              <a:defRPr sz="2646"/>
            </a:lvl3pPr>
            <a:lvl4pPr indent="-368618" lvl="3" marL="1828800" algn="l">
              <a:spcBef>
                <a:spcPts val="441"/>
              </a:spcBef>
              <a:spcAft>
                <a:spcPts val="0"/>
              </a:spcAft>
              <a:buClr>
                <a:schemeClr val="dk1"/>
              </a:buClr>
              <a:buSzPts val="2205"/>
              <a:buChar char="–"/>
              <a:defRPr sz="2205"/>
            </a:lvl4pPr>
            <a:lvl5pPr indent="-368617" lvl="4" marL="2286000" algn="l">
              <a:spcBef>
                <a:spcPts val="441"/>
              </a:spcBef>
              <a:spcAft>
                <a:spcPts val="0"/>
              </a:spcAft>
              <a:buClr>
                <a:schemeClr val="dk1"/>
              </a:buClr>
              <a:buSzPts val="2205"/>
              <a:buChar char="»"/>
              <a:defRPr sz="2205"/>
            </a:lvl5pPr>
            <a:lvl6pPr indent="-368617" lvl="5" marL="2743200" algn="l">
              <a:spcBef>
                <a:spcPts val="441"/>
              </a:spcBef>
              <a:spcAft>
                <a:spcPts val="0"/>
              </a:spcAft>
              <a:buClr>
                <a:schemeClr val="dk1"/>
              </a:buClr>
              <a:buSzPts val="2205"/>
              <a:buChar char="•"/>
              <a:defRPr sz="2205"/>
            </a:lvl6pPr>
            <a:lvl7pPr indent="-368617" lvl="6" marL="3200400" algn="l">
              <a:spcBef>
                <a:spcPts val="441"/>
              </a:spcBef>
              <a:spcAft>
                <a:spcPts val="0"/>
              </a:spcAft>
              <a:buClr>
                <a:schemeClr val="dk1"/>
              </a:buClr>
              <a:buSzPts val="2205"/>
              <a:buChar char="•"/>
              <a:defRPr sz="2205"/>
            </a:lvl7pPr>
            <a:lvl8pPr indent="-368617" lvl="7" marL="3657600" algn="l">
              <a:spcBef>
                <a:spcPts val="441"/>
              </a:spcBef>
              <a:spcAft>
                <a:spcPts val="0"/>
              </a:spcAft>
              <a:buClr>
                <a:schemeClr val="dk1"/>
              </a:buClr>
              <a:buSzPts val="2205"/>
              <a:buChar char="•"/>
              <a:defRPr sz="2205"/>
            </a:lvl8pPr>
            <a:lvl9pPr indent="-368617" lvl="8" marL="4114800" algn="l">
              <a:spcBef>
                <a:spcPts val="441"/>
              </a:spcBef>
              <a:spcAft>
                <a:spcPts val="0"/>
              </a:spcAft>
              <a:buClr>
                <a:schemeClr val="dk1"/>
              </a:buClr>
              <a:buSzPts val="2205"/>
              <a:buChar char="•"/>
              <a:defRPr sz="2205"/>
            </a:lvl9pPr>
          </a:lstStyle>
          <a:p/>
        </p:txBody>
      </p:sp>
      <p:sp>
        <p:nvSpPr>
          <p:cNvPr id="57" name="Google Shape;57;p17"/>
          <p:cNvSpPr txBox="1"/>
          <p:nvPr>
            <p:ph idx="2" type="body"/>
          </p:nvPr>
        </p:nvSpPr>
        <p:spPr>
          <a:xfrm>
            <a:off x="534591" y="1581933"/>
            <a:ext cx="3517533" cy="5171028"/>
          </a:xfrm>
          <a:prstGeom prst="rect">
            <a:avLst/>
          </a:prstGeom>
          <a:noFill/>
          <a:ln>
            <a:noFill/>
          </a:ln>
        </p:spPr>
        <p:txBody>
          <a:bodyPr anchorCtr="0" anchor="t" bIns="45700" lIns="91425" spcFirstLastPara="1" rIns="91425" wrap="square" tIns="45700">
            <a:normAutofit/>
          </a:bodyPr>
          <a:lstStyle>
            <a:lvl1pPr indent="-228600" lvl="0" marL="457200" algn="l">
              <a:spcBef>
                <a:spcPts val="309"/>
              </a:spcBef>
              <a:spcAft>
                <a:spcPts val="0"/>
              </a:spcAft>
              <a:buClr>
                <a:schemeClr val="dk1"/>
              </a:buClr>
              <a:buSzPts val="1543"/>
              <a:buNone/>
              <a:defRPr sz="1543"/>
            </a:lvl1pPr>
            <a:lvl2pPr indent="-228600" lvl="1" marL="914400" algn="l">
              <a:spcBef>
                <a:spcPts val="265"/>
              </a:spcBef>
              <a:spcAft>
                <a:spcPts val="0"/>
              </a:spcAft>
              <a:buClr>
                <a:schemeClr val="dk1"/>
              </a:buClr>
              <a:buSzPts val="1323"/>
              <a:buNone/>
              <a:defRPr sz="1323"/>
            </a:lvl2pPr>
            <a:lvl3pPr indent="-228600" lvl="2" marL="1371600" algn="l">
              <a:spcBef>
                <a:spcPts val="220"/>
              </a:spcBef>
              <a:spcAft>
                <a:spcPts val="0"/>
              </a:spcAft>
              <a:buClr>
                <a:schemeClr val="dk1"/>
              </a:buClr>
              <a:buSzPts val="1102"/>
              <a:buNone/>
              <a:defRPr sz="1102"/>
            </a:lvl3pPr>
            <a:lvl4pPr indent="-228600" lvl="3" marL="1828800" algn="l">
              <a:spcBef>
                <a:spcPts val="198"/>
              </a:spcBef>
              <a:spcAft>
                <a:spcPts val="0"/>
              </a:spcAft>
              <a:buClr>
                <a:schemeClr val="dk1"/>
              </a:buClr>
              <a:buSzPts val="992"/>
              <a:buNone/>
              <a:defRPr sz="992"/>
            </a:lvl4pPr>
            <a:lvl5pPr indent="-228600" lvl="4" marL="2286000" algn="l">
              <a:spcBef>
                <a:spcPts val="198"/>
              </a:spcBef>
              <a:spcAft>
                <a:spcPts val="0"/>
              </a:spcAft>
              <a:buClr>
                <a:schemeClr val="dk1"/>
              </a:buClr>
              <a:buSzPts val="992"/>
              <a:buNone/>
              <a:defRPr sz="992"/>
            </a:lvl5pPr>
            <a:lvl6pPr indent="-228600" lvl="5" marL="2743200" algn="l">
              <a:spcBef>
                <a:spcPts val="198"/>
              </a:spcBef>
              <a:spcAft>
                <a:spcPts val="0"/>
              </a:spcAft>
              <a:buClr>
                <a:schemeClr val="dk1"/>
              </a:buClr>
              <a:buSzPts val="992"/>
              <a:buNone/>
              <a:defRPr sz="992"/>
            </a:lvl6pPr>
            <a:lvl7pPr indent="-228600" lvl="6" marL="3200400" algn="l">
              <a:spcBef>
                <a:spcPts val="198"/>
              </a:spcBef>
              <a:spcAft>
                <a:spcPts val="0"/>
              </a:spcAft>
              <a:buClr>
                <a:schemeClr val="dk1"/>
              </a:buClr>
              <a:buSzPts val="992"/>
              <a:buNone/>
              <a:defRPr sz="992"/>
            </a:lvl7pPr>
            <a:lvl8pPr indent="-228600" lvl="7" marL="3657600" algn="l">
              <a:spcBef>
                <a:spcPts val="198"/>
              </a:spcBef>
              <a:spcAft>
                <a:spcPts val="0"/>
              </a:spcAft>
              <a:buClr>
                <a:schemeClr val="dk1"/>
              </a:buClr>
              <a:buSzPts val="992"/>
              <a:buNone/>
              <a:defRPr sz="992"/>
            </a:lvl8pPr>
            <a:lvl9pPr indent="-228600" lvl="8" marL="4114800" algn="l">
              <a:spcBef>
                <a:spcPts val="198"/>
              </a:spcBef>
              <a:spcAft>
                <a:spcPts val="0"/>
              </a:spcAft>
              <a:buClr>
                <a:schemeClr val="dk1"/>
              </a:buClr>
              <a:buSzPts val="992"/>
              <a:buNone/>
              <a:defRPr sz="992"/>
            </a:lvl9pPr>
          </a:lstStyle>
          <a:p/>
        </p:txBody>
      </p:sp>
      <p:sp>
        <p:nvSpPr>
          <p:cNvPr id="58" name="Google Shape;58;p17"/>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2095670" y="5291772"/>
            <a:ext cx="6415088" cy="62472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205"/>
              <a:buFont typeface="Calibri"/>
              <a:buNone/>
              <a:defRPr b="1" sz="220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2095670" y="675471"/>
            <a:ext cx="6415088" cy="4535805"/>
          </a:xfrm>
          <a:prstGeom prst="rect">
            <a:avLst/>
          </a:prstGeom>
          <a:noFill/>
          <a:ln>
            <a:noFill/>
          </a:ln>
        </p:spPr>
      </p:sp>
      <p:sp>
        <p:nvSpPr>
          <p:cNvPr id="64" name="Google Shape;64;p18"/>
          <p:cNvSpPr txBox="1"/>
          <p:nvPr>
            <p:ph idx="1" type="body"/>
          </p:nvPr>
        </p:nvSpPr>
        <p:spPr>
          <a:xfrm>
            <a:off x="2095670" y="5916496"/>
            <a:ext cx="6415088" cy="887211"/>
          </a:xfrm>
          <a:prstGeom prst="rect">
            <a:avLst/>
          </a:prstGeom>
          <a:noFill/>
          <a:ln>
            <a:noFill/>
          </a:ln>
        </p:spPr>
        <p:txBody>
          <a:bodyPr anchorCtr="0" anchor="t" bIns="45700" lIns="91425" spcFirstLastPara="1" rIns="91425" wrap="square" tIns="45700">
            <a:normAutofit/>
          </a:bodyPr>
          <a:lstStyle>
            <a:lvl1pPr indent="-228600" lvl="0" marL="457200" algn="l">
              <a:spcBef>
                <a:spcPts val="309"/>
              </a:spcBef>
              <a:spcAft>
                <a:spcPts val="0"/>
              </a:spcAft>
              <a:buClr>
                <a:schemeClr val="dk1"/>
              </a:buClr>
              <a:buSzPts val="1543"/>
              <a:buNone/>
              <a:defRPr sz="1543"/>
            </a:lvl1pPr>
            <a:lvl2pPr indent="-228600" lvl="1" marL="914400" algn="l">
              <a:spcBef>
                <a:spcPts val="265"/>
              </a:spcBef>
              <a:spcAft>
                <a:spcPts val="0"/>
              </a:spcAft>
              <a:buClr>
                <a:schemeClr val="dk1"/>
              </a:buClr>
              <a:buSzPts val="1323"/>
              <a:buNone/>
              <a:defRPr sz="1323"/>
            </a:lvl2pPr>
            <a:lvl3pPr indent="-228600" lvl="2" marL="1371600" algn="l">
              <a:spcBef>
                <a:spcPts val="220"/>
              </a:spcBef>
              <a:spcAft>
                <a:spcPts val="0"/>
              </a:spcAft>
              <a:buClr>
                <a:schemeClr val="dk1"/>
              </a:buClr>
              <a:buSzPts val="1102"/>
              <a:buNone/>
              <a:defRPr sz="1102"/>
            </a:lvl3pPr>
            <a:lvl4pPr indent="-228600" lvl="3" marL="1828800" algn="l">
              <a:spcBef>
                <a:spcPts val="198"/>
              </a:spcBef>
              <a:spcAft>
                <a:spcPts val="0"/>
              </a:spcAft>
              <a:buClr>
                <a:schemeClr val="dk1"/>
              </a:buClr>
              <a:buSzPts val="992"/>
              <a:buNone/>
              <a:defRPr sz="992"/>
            </a:lvl4pPr>
            <a:lvl5pPr indent="-228600" lvl="4" marL="2286000" algn="l">
              <a:spcBef>
                <a:spcPts val="198"/>
              </a:spcBef>
              <a:spcAft>
                <a:spcPts val="0"/>
              </a:spcAft>
              <a:buClr>
                <a:schemeClr val="dk1"/>
              </a:buClr>
              <a:buSzPts val="992"/>
              <a:buNone/>
              <a:defRPr sz="992"/>
            </a:lvl5pPr>
            <a:lvl6pPr indent="-228600" lvl="5" marL="2743200" algn="l">
              <a:spcBef>
                <a:spcPts val="198"/>
              </a:spcBef>
              <a:spcAft>
                <a:spcPts val="0"/>
              </a:spcAft>
              <a:buClr>
                <a:schemeClr val="dk1"/>
              </a:buClr>
              <a:buSzPts val="992"/>
              <a:buNone/>
              <a:defRPr sz="992"/>
            </a:lvl6pPr>
            <a:lvl7pPr indent="-228600" lvl="6" marL="3200400" algn="l">
              <a:spcBef>
                <a:spcPts val="198"/>
              </a:spcBef>
              <a:spcAft>
                <a:spcPts val="0"/>
              </a:spcAft>
              <a:buClr>
                <a:schemeClr val="dk1"/>
              </a:buClr>
              <a:buSzPts val="992"/>
              <a:buNone/>
              <a:defRPr sz="992"/>
            </a:lvl7pPr>
            <a:lvl8pPr indent="-228600" lvl="7" marL="3657600" algn="l">
              <a:spcBef>
                <a:spcPts val="198"/>
              </a:spcBef>
              <a:spcAft>
                <a:spcPts val="0"/>
              </a:spcAft>
              <a:buClr>
                <a:schemeClr val="dk1"/>
              </a:buClr>
              <a:buSzPts val="992"/>
              <a:buNone/>
              <a:defRPr sz="992"/>
            </a:lvl8pPr>
            <a:lvl9pPr indent="-228600" lvl="8" marL="4114800" algn="l">
              <a:spcBef>
                <a:spcPts val="198"/>
              </a:spcBef>
              <a:spcAft>
                <a:spcPts val="0"/>
              </a:spcAft>
              <a:buClr>
                <a:schemeClr val="dk1"/>
              </a:buClr>
              <a:buSzPts val="992"/>
              <a:buNone/>
              <a:defRPr sz="992"/>
            </a:lvl9pPr>
          </a:lstStyle>
          <a:p/>
        </p:txBody>
      </p:sp>
      <p:sp>
        <p:nvSpPr>
          <p:cNvPr id="65" name="Google Shape;65;p18"/>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851389" y="-552873"/>
            <a:ext cx="4989036" cy="962263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5729281" y="2325021"/>
            <a:ext cx="6450223" cy="240565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828868" y="8461"/>
            <a:ext cx="6450223" cy="7038777"/>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534591" y="302737"/>
            <a:ext cx="9622632" cy="1259946"/>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850"/>
              <a:buFont typeface="Calibri"/>
              <a:buNone/>
              <a:defRPr b="0" i="0" sz="485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534591" y="1763925"/>
            <a:ext cx="9622632" cy="4989036"/>
          </a:xfrm>
          <a:prstGeom prst="rect">
            <a:avLst/>
          </a:prstGeom>
          <a:noFill/>
          <a:ln>
            <a:noFill/>
          </a:ln>
        </p:spPr>
        <p:txBody>
          <a:bodyPr anchorCtr="0" anchor="t" bIns="45700" lIns="91425" spcFirstLastPara="1" rIns="91425" wrap="square" tIns="45700">
            <a:normAutofit/>
          </a:bodyPr>
          <a:lstStyle>
            <a:lvl1pPr indent="-452565" lvl="0" marL="457200" marR="0" rtl="0" algn="l">
              <a:spcBef>
                <a:spcPts val="705"/>
              </a:spcBef>
              <a:spcAft>
                <a:spcPts val="0"/>
              </a:spcAft>
              <a:buClr>
                <a:schemeClr val="dk1"/>
              </a:buClr>
              <a:buSzPts val="3527"/>
              <a:buFont typeface="Arial"/>
              <a:buChar char="•"/>
              <a:defRPr b="0" i="0" sz="3527" u="none" cap="none" strike="noStrike">
                <a:solidFill>
                  <a:schemeClr val="dk1"/>
                </a:solidFill>
                <a:latin typeface="Calibri"/>
                <a:ea typeface="Calibri"/>
                <a:cs typeface="Calibri"/>
                <a:sym typeface="Calibri"/>
              </a:defRPr>
            </a:lvl1pPr>
            <a:lvl2pPr indent="-424561" lvl="1" marL="914400" marR="0" rtl="0" algn="l">
              <a:spcBef>
                <a:spcPts val="617"/>
              </a:spcBef>
              <a:spcAft>
                <a:spcPts val="0"/>
              </a:spcAft>
              <a:buClr>
                <a:schemeClr val="dk1"/>
              </a:buClr>
              <a:buSzPts val="3086"/>
              <a:buFont typeface="Arial"/>
              <a:buChar char="–"/>
              <a:defRPr b="0" i="0" sz="3086" u="none" cap="none" strike="noStrike">
                <a:solidFill>
                  <a:schemeClr val="dk1"/>
                </a:solidFill>
                <a:latin typeface="Calibri"/>
                <a:ea typeface="Calibri"/>
                <a:cs typeface="Calibri"/>
                <a:sym typeface="Calibri"/>
              </a:defRPr>
            </a:lvl2pPr>
            <a:lvl3pPr indent="-396621" lvl="2" marL="1371600" marR="0" rtl="0" algn="l">
              <a:spcBef>
                <a:spcPts val="529"/>
              </a:spcBef>
              <a:spcAft>
                <a:spcPts val="0"/>
              </a:spcAft>
              <a:buClr>
                <a:schemeClr val="dk1"/>
              </a:buClr>
              <a:buSzPts val="2646"/>
              <a:buFont typeface="Arial"/>
              <a:buChar char="•"/>
              <a:defRPr b="0" i="0" sz="2646" u="none" cap="none" strike="noStrike">
                <a:solidFill>
                  <a:schemeClr val="dk1"/>
                </a:solidFill>
                <a:latin typeface="Calibri"/>
                <a:ea typeface="Calibri"/>
                <a:cs typeface="Calibri"/>
                <a:sym typeface="Calibri"/>
              </a:defRPr>
            </a:lvl3pPr>
            <a:lvl4pPr indent="-368618" lvl="3" marL="18288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4pPr>
            <a:lvl5pPr indent="-368617" lvl="4" marL="22860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5pPr>
            <a:lvl6pPr indent="-368617" lvl="5" marL="27432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6pPr>
            <a:lvl7pPr indent="-368617" lvl="6" marL="32004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7pPr>
            <a:lvl8pPr indent="-368617" lvl="7" marL="36576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8pPr>
            <a:lvl9pPr indent="-368617" lvl="8" marL="4114800" marR="0" rtl="0" algn="l">
              <a:spcBef>
                <a:spcPts val="441"/>
              </a:spcBef>
              <a:spcAft>
                <a:spcPts val="0"/>
              </a:spcAft>
              <a:buClr>
                <a:schemeClr val="dk1"/>
              </a:buClr>
              <a:buSzPts val="2205"/>
              <a:buFont typeface="Arial"/>
              <a:buChar char="•"/>
              <a:defRPr b="0" i="0" sz="2205"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534591" y="7006699"/>
            <a:ext cx="2494756" cy="40248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323"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653036" y="7006699"/>
            <a:ext cx="3385741" cy="40248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323"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53"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7662466" y="7006699"/>
            <a:ext cx="2494756" cy="40248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323" u="none" cap="none" strike="noStrike">
                <a:solidFill>
                  <a:srgbClr val="888888"/>
                </a:solidFill>
                <a:latin typeface="Calibri"/>
                <a:ea typeface="Calibri"/>
                <a:cs typeface="Calibri"/>
                <a:sym typeface="Calibri"/>
              </a:defRPr>
            </a:lvl1pPr>
            <a:lvl2pPr indent="0" lvl="1" marL="0" marR="0" rtl="0" algn="r">
              <a:spcBef>
                <a:spcPts val="0"/>
              </a:spcBef>
              <a:buNone/>
              <a:defRPr b="0" i="0" sz="1323" u="none" cap="none" strike="noStrike">
                <a:solidFill>
                  <a:srgbClr val="888888"/>
                </a:solidFill>
                <a:latin typeface="Calibri"/>
                <a:ea typeface="Calibri"/>
                <a:cs typeface="Calibri"/>
                <a:sym typeface="Calibri"/>
              </a:defRPr>
            </a:lvl2pPr>
            <a:lvl3pPr indent="0" lvl="2" marL="0" marR="0" rtl="0" algn="r">
              <a:spcBef>
                <a:spcPts val="0"/>
              </a:spcBef>
              <a:buNone/>
              <a:defRPr b="0" i="0" sz="1323" u="none" cap="none" strike="noStrike">
                <a:solidFill>
                  <a:srgbClr val="888888"/>
                </a:solidFill>
                <a:latin typeface="Calibri"/>
                <a:ea typeface="Calibri"/>
                <a:cs typeface="Calibri"/>
                <a:sym typeface="Calibri"/>
              </a:defRPr>
            </a:lvl3pPr>
            <a:lvl4pPr indent="0" lvl="3" marL="0" marR="0" rtl="0" algn="r">
              <a:spcBef>
                <a:spcPts val="0"/>
              </a:spcBef>
              <a:buNone/>
              <a:defRPr b="0" i="0" sz="1323" u="none" cap="none" strike="noStrike">
                <a:solidFill>
                  <a:srgbClr val="888888"/>
                </a:solidFill>
                <a:latin typeface="Calibri"/>
                <a:ea typeface="Calibri"/>
                <a:cs typeface="Calibri"/>
                <a:sym typeface="Calibri"/>
              </a:defRPr>
            </a:lvl4pPr>
            <a:lvl5pPr indent="0" lvl="4" marL="0" marR="0" rtl="0" algn="r">
              <a:spcBef>
                <a:spcPts val="0"/>
              </a:spcBef>
              <a:buNone/>
              <a:defRPr b="0" i="0" sz="1323" u="none" cap="none" strike="noStrike">
                <a:solidFill>
                  <a:srgbClr val="888888"/>
                </a:solidFill>
                <a:latin typeface="Calibri"/>
                <a:ea typeface="Calibri"/>
                <a:cs typeface="Calibri"/>
                <a:sym typeface="Calibri"/>
              </a:defRPr>
            </a:lvl5pPr>
            <a:lvl6pPr indent="0" lvl="5" marL="0" marR="0" rtl="0" algn="r">
              <a:spcBef>
                <a:spcPts val="0"/>
              </a:spcBef>
              <a:buNone/>
              <a:defRPr b="0" i="0" sz="1323" u="none" cap="none" strike="noStrike">
                <a:solidFill>
                  <a:srgbClr val="888888"/>
                </a:solidFill>
                <a:latin typeface="Calibri"/>
                <a:ea typeface="Calibri"/>
                <a:cs typeface="Calibri"/>
                <a:sym typeface="Calibri"/>
              </a:defRPr>
            </a:lvl6pPr>
            <a:lvl7pPr indent="0" lvl="6" marL="0" marR="0" rtl="0" algn="r">
              <a:spcBef>
                <a:spcPts val="0"/>
              </a:spcBef>
              <a:buNone/>
              <a:defRPr b="0" i="0" sz="1323" u="none" cap="none" strike="noStrike">
                <a:solidFill>
                  <a:srgbClr val="888888"/>
                </a:solidFill>
                <a:latin typeface="Calibri"/>
                <a:ea typeface="Calibri"/>
                <a:cs typeface="Calibri"/>
                <a:sym typeface="Calibri"/>
              </a:defRPr>
            </a:lvl7pPr>
            <a:lvl8pPr indent="0" lvl="7" marL="0" marR="0" rtl="0" algn="r">
              <a:spcBef>
                <a:spcPts val="0"/>
              </a:spcBef>
              <a:buNone/>
              <a:defRPr b="0" i="0" sz="1323" u="none" cap="none" strike="noStrike">
                <a:solidFill>
                  <a:srgbClr val="888888"/>
                </a:solidFill>
                <a:latin typeface="Calibri"/>
                <a:ea typeface="Calibri"/>
                <a:cs typeface="Calibri"/>
                <a:sym typeface="Calibri"/>
              </a:defRPr>
            </a:lvl8pPr>
            <a:lvl9pPr indent="0" lvl="8" marL="0" marR="0" rtl="0" algn="r">
              <a:spcBef>
                <a:spcPts val="0"/>
              </a:spcBef>
              <a:buNone/>
              <a:defRPr b="0" i="0" sz="132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nvSpPr>
        <p:spPr>
          <a:xfrm>
            <a:off x="492981" y="324689"/>
            <a:ext cx="503978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4800" u="none" cap="none" strike="noStrike">
                <a:solidFill>
                  <a:srgbClr val="1B0C2E"/>
                </a:solidFill>
                <a:latin typeface="Arial"/>
                <a:ea typeface="Arial"/>
                <a:cs typeface="Arial"/>
                <a:sym typeface="Arial"/>
              </a:rPr>
              <a:t>FICHE DÉFI</a:t>
            </a:r>
            <a:endParaRPr/>
          </a:p>
        </p:txBody>
      </p:sp>
      <p:sp>
        <p:nvSpPr>
          <p:cNvPr id="85" name="Google Shape;85;p2"/>
          <p:cNvSpPr txBox="1"/>
          <p:nvPr/>
        </p:nvSpPr>
        <p:spPr>
          <a:xfrm>
            <a:off x="1619131" y="2702619"/>
            <a:ext cx="8915253" cy="189738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CA" sz="3200">
                <a:solidFill>
                  <a:schemeClr val="dk1"/>
                </a:solidFill>
                <a:latin typeface="Calibri"/>
                <a:ea typeface="Calibri"/>
                <a:cs typeface="Calibri"/>
                <a:sym typeface="Calibri"/>
              </a:rPr>
              <a:t>Veille réglementaire mondiale par l’IA :</a:t>
            </a:r>
            <a:endParaRPr/>
          </a:p>
          <a:p>
            <a:pPr indent="0" lvl="0" marL="0" marR="0" rtl="0" algn="l">
              <a:spcBef>
                <a:spcPts val="0"/>
              </a:spcBef>
              <a:spcAft>
                <a:spcPts val="0"/>
              </a:spcAft>
              <a:buNone/>
            </a:pPr>
            <a:r>
              <a:rPr lang="en-CA" sz="2000">
                <a:solidFill>
                  <a:schemeClr val="dk1"/>
                </a:solidFill>
                <a:latin typeface="Calibri"/>
                <a:ea typeface="Calibri"/>
                <a:cs typeface="Calibri"/>
                <a:sym typeface="Calibri"/>
              </a:rPr>
              <a:t>Agent IA mondial de veille réglementaire et concurrentielle des produits de protection des plantes.</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3200">
              <a:solidFill>
                <a:schemeClr val="dk1"/>
              </a:solidFill>
              <a:latin typeface="Calibri"/>
              <a:ea typeface="Calibri"/>
              <a:cs typeface="Calibri"/>
              <a:sym typeface="Calibri"/>
            </a:endParaRPr>
          </a:p>
        </p:txBody>
      </p:sp>
      <p:pic>
        <p:nvPicPr>
          <p:cNvPr descr="Une image contenant Graphique, Police, logo, graphisme&#10;&#10;Le contenu généré par l’IA peut être incorrect." id="86" name="Google Shape;86;p2"/>
          <p:cNvPicPr preferRelativeResize="0"/>
          <p:nvPr/>
        </p:nvPicPr>
        <p:blipFill rotWithShape="1">
          <a:blip r:embed="rId3">
            <a:alphaModFix/>
          </a:blip>
          <a:srcRect b="0" l="0" r="0" t="0"/>
          <a:stretch/>
        </p:blipFill>
        <p:spPr>
          <a:xfrm>
            <a:off x="5345906" y="6268299"/>
            <a:ext cx="1966276" cy="1106030"/>
          </a:xfrm>
          <a:prstGeom prst="rect">
            <a:avLst/>
          </a:prstGeom>
          <a:noFill/>
          <a:ln>
            <a:noFill/>
          </a:ln>
        </p:spPr>
      </p:pic>
      <p:pic>
        <p:nvPicPr>
          <p:cNvPr descr="Une image contenant Graphique, Police, logo, blanc&#10;&#10;Le contenu généré par l’IA peut être incorrect." id="87" name="Google Shape;87;p2"/>
          <p:cNvPicPr preferRelativeResize="0"/>
          <p:nvPr/>
        </p:nvPicPr>
        <p:blipFill rotWithShape="1">
          <a:blip r:embed="rId4">
            <a:alphaModFix/>
          </a:blip>
          <a:srcRect b="0" l="0" r="0" t="0"/>
          <a:stretch/>
        </p:blipFill>
        <p:spPr>
          <a:xfrm>
            <a:off x="157428" y="2209134"/>
            <a:ext cx="1549205" cy="1549205"/>
          </a:xfrm>
          <a:prstGeom prst="rect">
            <a:avLst/>
          </a:prstGeom>
          <a:noFill/>
          <a:ln>
            <a:noFill/>
          </a:ln>
        </p:spPr>
      </p:pic>
      <p:sp>
        <p:nvSpPr>
          <p:cNvPr id="88" name="Google Shape;88;p2"/>
          <p:cNvSpPr txBox="1"/>
          <p:nvPr/>
        </p:nvSpPr>
        <p:spPr>
          <a:xfrm>
            <a:off x="624021" y="4627437"/>
            <a:ext cx="406348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CA" sz="3200">
                <a:solidFill>
                  <a:schemeClr val="dk1"/>
                </a:solidFill>
                <a:latin typeface="Calibri"/>
                <a:ea typeface="Calibri"/>
                <a:cs typeface="Calibri"/>
                <a:sym typeface="Calibri"/>
              </a:rPr>
              <a:t>Lallemand Plant Care</a:t>
            </a:r>
            <a:endParaRPr i="1" sz="3200">
              <a:solidFill>
                <a:schemeClr val="dk1"/>
              </a:solidFill>
              <a:latin typeface="Calibri"/>
              <a:ea typeface="Calibri"/>
              <a:cs typeface="Calibri"/>
              <a:sym typeface="Calibri"/>
            </a:endParaRPr>
          </a:p>
        </p:txBody>
      </p:sp>
      <p:pic>
        <p:nvPicPr>
          <p:cNvPr id="89" name="Google Shape;89;p2"/>
          <p:cNvPicPr preferRelativeResize="0"/>
          <p:nvPr/>
        </p:nvPicPr>
        <p:blipFill rotWithShape="1">
          <a:blip r:embed="rId5">
            <a:alphaModFix/>
          </a:blip>
          <a:srcRect b="0" l="0" r="0" t="0"/>
          <a:stretch/>
        </p:blipFill>
        <p:spPr>
          <a:xfrm>
            <a:off x="0" y="6579089"/>
            <a:ext cx="8520056" cy="980586"/>
          </a:xfrm>
          <a:prstGeom prst="rect">
            <a:avLst/>
          </a:prstGeom>
          <a:noFill/>
          <a:ln>
            <a:noFill/>
          </a:ln>
        </p:spPr>
      </p:pic>
      <p:pic>
        <p:nvPicPr>
          <p:cNvPr id="90" name="Google Shape;90;p2"/>
          <p:cNvPicPr preferRelativeResize="0"/>
          <p:nvPr/>
        </p:nvPicPr>
        <p:blipFill rotWithShape="1">
          <a:blip r:embed="rId6">
            <a:alphaModFix/>
          </a:blip>
          <a:srcRect b="0" l="38484" r="0" t="0"/>
          <a:stretch/>
        </p:blipFill>
        <p:spPr>
          <a:xfrm>
            <a:off x="7401256" y="6579089"/>
            <a:ext cx="3450420" cy="98058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616739" y="2022846"/>
            <a:ext cx="9426887" cy="2734082"/>
          </a:xfrm>
          <a:prstGeom prst="rect">
            <a:avLst/>
          </a:prstGeom>
          <a:noFill/>
          <a:ln>
            <a:noFill/>
          </a:ln>
        </p:spPr>
        <p:txBody>
          <a:bodyPr anchorCtr="0" anchor="t" bIns="45700" lIns="91425" spcFirstLastPara="1" rIns="91425" wrap="square" tIns="45700">
            <a:spAutoFit/>
          </a:bodyPr>
          <a:lstStyle/>
          <a:p>
            <a:pPr indent="0" lvl="0" marL="0" marR="0" rtl="0" algn="l">
              <a:lnSpc>
                <a:spcPct val="125555"/>
              </a:lnSpc>
              <a:spcBef>
                <a:spcPts val="0"/>
              </a:spcBef>
              <a:spcAft>
                <a:spcPts val="0"/>
              </a:spcAft>
              <a:buNone/>
            </a:pPr>
            <a:r>
              <a:rPr lang="en-CA" sz="1800">
                <a:solidFill>
                  <a:schemeClr val="dk1"/>
                </a:solidFill>
                <a:latin typeface="Arial"/>
                <a:ea typeface="Arial"/>
                <a:cs typeface="Arial"/>
                <a:sym typeface="Arial"/>
              </a:rPr>
              <a:t>Ce document est la </a:t>
            </a:r>
            <a:r>
              <a:rPr b="1" lang="en-CA" sz="1800">
                <a:solidFill>
                  <a:schemeClr val="dk1"/>
                </a:solidFill>
                <a:latin typeface="Arial"/>
                <a:ea typeface="Arial"/>
                <a:cs typeface="Arial"/>
                <a:sym typeface="Arial"/>
              </a:rPr>
              <a:t>fiche défi</a:t>
            </a:r>
            <a:r>
              <a:rPr lang="en-CA" sz="1800">
                <a:solidFill>
                  <a:schemeClr val="dk1"/>
                </a:solidFill>
                <a:latin typeface="Arial"/>
                <a:ea typeface="Arial"/>
                <a:cs typeface="Arial"/>
                <a:sym typeface="Arial"/>
              </a:rPr>
              <a:t> officielle transmise aux participants du hackathon </a:t>
            </a:r>
            <a:r>
              <a:rPr b="1" lang="en-CA" sz="1800">
                <a:solidFill>
                  <a:schemeClr val="dk1"/>
                </a:solidFill>
                <a:latin typeface="Arial"/>
                <a:ea typeface="Arial"/>
                <a:cs typeface="Arial"/>
                <a:sym typeface="Arial"/>
              </a:rPr>
              <a:t>IA for Impact </a:t>
            </a:r>
            <a:r>
              <a:rPr lang="en-CA" sz="1800">
                <a:solidFill>
                  <a:schemeClr val="dk1"/>
                </a:solidFill>
                <a:latin typeface="Arial"/>
                <a:ea typeface="Arial"/>
                <a:cs typeface="Arial"/>
                <a:sym typeface="Arial"/>
              </a:rPr>
              <a:t>2026</a:t>
            </a:r>
            <a:r>
              <a:rPr b="1" lang="en-CA"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0" lvl="0" marL="0" marR="0" rtl="0" algn="l">
              <a:lnSpc>
                <a:spcPct val="125555"/>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25555"/>
              </a:lnSpc>
              <a:spcBef>
                <a:spcPts val="0"/>
              </a:spcBef>
              <a:spcAft>
                <a:spcPts val="0"/>
              </a:spcAft>
              <a:buNone/>
            </a:pPr>
            <a:r>
              <a:rPr lang="en-CA" sz="1800">
                <a:solidFill>
                  <a:schemeClr val="dk1"/>
                </a:solidFill>
                <a:latin typeface="Arial"/>
                <a:ea typeface="Arial"/>
                <a:cs typeface="Arial"/>
                <a:sym typeface="Arial"/>
              </a:rPr>
              <a:t>Il est conçu pour être à la fois :</a:t>
            </a:r>
            <a:endParaRPr/>
          </a:p>
          <a:p>
            <a:pPr indent="-285750" lvl="0" marL="285750" marR="0" rtl="0" algn="l">
              <a:lnSpc>
                <a:spcPct val="125555"/>
              </a:lnSpc>
              <a:spcBef>
                <a:spcPts val="0"/>
              </a:spcBef>
              <a:spcAft>
                <a:spcPts val="0"/>
              </a:spcAft>
              <a:buClr>
                <a:schemeClr val="dk1"/>
              </a:buClr>
              <a:buSzPts val="1800"/>
              <a:buFont typeface="Arial"/>
              <a:buChar char="•"/>
            </a:pPr>
            <a:r>
              <a:rPr lang="en-CA" sz="1800">
                <a:solidFill>
                  <a:schemeClr val="dk1"/>
                </a:solidFill>
                <a:latin typeface="Arial"/>
                <a:ea typeface="Arial"/>
                <a:cs typeface="Arial"/>
                <a:sym typeface="Arial"/>
              </a:rPr>
              <a:t>Une </a:t>
            </a:r>
            <a:r>
              <a:rPr b="1" lang="en-CA" sz="1800">
                <a:solidFill>
                  <a:schemeClr val="dk1"/>
                </a:solidFill>
                <a:latin typeface="Arial"/>
                <a:ea typeface="Arial"/>
                <a:cs typeface="Arial"/>
                <a:sym typeface="Arial"/>
              </a:rPr>
              <a:t>boussole claire</a:t>
            </a:r>
            <a:r>
              <a:rPr lang="en-CA" sz="1800">
                <a:solidFill>
                  <a:schemeClr val="dk1"/>
                </a:solidFill>
                <a:latin typeface="Arial"/>
                <a:ea typeface="Arial"/>
                <a:cs typeface="Arial"/>
                <a:sym typeface="Arial"/>
              </a:rPr>
              <a:t> pour les équipes projet</a:t>
            </a:r>
            <a:endParaRPr/>
          </a:p>
          <a:p>
            <a:pPr indent="-285750" lvl="0" marL="285750" marR="0" rtl="0" algn="l">
              <a:lnSpc>
                <a:spcPct val="125555"/>
              </a:lnSpc>
              <a:spcBef>
                <a:spcPts val="0"/>
              </a:spcBef>
              <a:spcAft>
                <a:spcPts val="0"/>
              </a:spcAft>
              <a:buClr>
                <a:schemeClr val="dk1"/>
              </a:buClr>
              <a:buSzPts val="1800"/>
              <a:buFont typeface="Arial"/>
              <a:buChar char="•"/>
            </a:pPr>
            <a:r>
              <a:rPr lang="en-CA" sz="1800">
                <a:solidFill>
                  <a:schemeClr val="dk1"/>
                </a:solidFill>
                <a:latin typeface="Arial"/>
                <a:ea typeface="Arial"/>
                <a:cs typeface="Arial"/>
                <a:sym typeface="Arial"/>
              </a:rPr>
              <a:t>Un </a:t>
            </a:r>
            <a:r>
              <a:rPr b="1" lang="en-CA" sz="1800">
                <a:solidFill>
                  <a:schemeClr val="dk1"/>
                </a:solidFill>
                <a:latin typeface="Arial"/>
                <a:ea typeface="Arial"/>
                <a:cs typeface="Arial"/>
                <a:sym typeface="Arial"/>
              </a:rPr>
              <a:t>engagement structurant</a:t>
            </a:r>
            <a:r>
              <a:rPr lang="en-CA" sz="1800">
                <a:solidFill>
                  <a:schemeClr val="dk1"/>
                </a:solidFill>
                <a:latin typeface="Arial"/>
                <a:ea typeface="Arial"/>
                <a:cs typeface="Arial"/>
                <a:sym typeface="Arial"/>
              </a:rPr>
              <a:t> pour l’entreprise qui propose le défi</a:t>
            </a:r>
            <a:endParaRPr/>
          </a:p>
          <a:p>
            <a:pPr indent="-285750" lvl="0" marL="285750" marR="0" rtl="0" algn="l">
              <a:lnSpc>
                <a:spcPct val="125555"/>
              </a:lnSpc>
              <a:spcBef>
                <a:spcPts val="0"/>
              </a:spcBef>
              <a:spcAft>
                <a:spcPts val="0"/>
              </a:spcAft>
              <a:buClr>
                <a:schemeClr val="dk1"/>
              </a:buClr>
              <a:buSzPts val="1800"/>
              <a:buFont typeface="Arial"/>
              <a:buChar char="•"/>
            </a:pPr>
            <a:r>
              <a:rPr lang="en-CA" sz="1800">
                <a:solidFill>
                  <a:schemeClr val="dk1"/>
                </a:solidFill>
                <a:latin typeface="Arial"/>
                <a:ea typeface="Arial"/>
                <a:cs typeface="Arial"/>
                <a:sym typeface="Arial"/>
              </a:rPr>
              <a:t>Un </a:t>
            </a:r>
            <a:r>
              <a:rPr b="1" lang="en-CA" sz="1800">
                <a:solidFill>
                  <a:schemeClr val="dk1"/>
                </a:solidFill>
                <a:latin typeface="Arial"/>
                <a:ea typeface="Arial"/>
                <a:cs typeface="Arial"/>
                <a:sym typeface="Arial"/>
              </a:rPr>
              <a:t>point de départ</a:t>
            </a:r>
            <a:r>
              <a:rPr lang="en-CA" sz="1800">
                <a:solidFill>
                  <a:schemeClr val="dk1"/>
                </a:solidFill>
                <a:latin typeface="Arial"/>
                <a:ea typeface="Arial"/>
                <a:cs typeface="Arial"/>
                <a:sym typeface="Arial"/>
              </a:rPr>
              <a:t> pour 30h d’exploration, de création et de prototypage collectif autour de l’IA</a:t>
            </a:r>
            <a:endParaRPr/>
          </a:p>
          <a:p>
            <a:pPr indent="0" lvl="0" marL="0" marR="0" rtl="0" algn="l">
              <a:lnSpc>
                <a:spcPct val="125555"/>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25555"/>
              </a:lnSpc>
              <a:spcBef>
                <a:spcPts val="0"/>
              </a:spcBef>
              <a:spcAft>
                <a:spcPts val="0"/>
              </a:spcAft>
              <a:buNone/>
            </a:pPr>
            <a:r>
              <a:rPr lang="en-CA" sz="1800">
                <a:solidFill>
                  <a:schemeClr val="dk1"/>
                </a:solidFill>
                <a:latin typeface="Arial"/>
                <a:ea typeface="Arial"/>
                <a:cs typeface="Arial"/>
                <a:sym typeface="Arial"/>
              </a:rPr>
              <a:t>L’objectif : faire naître des solutions </a:t>
            </a:r>
            <a:r>
              <a:rPr b="1" lang="en-CA" sz="1800">
                <a:solidFill>
                  <a:schemeClr val="dk1"/>
                </a:solidFill>
                <a:latin typeface="Arial"/>
                <a:ea typeface="Arial"/>
                <a:cs typeface="Arial"/>
                <a:sym typeface="Arial"/>
              </a:rPr>
              <a:t>inédites, utiles et intelligentes</a:t>
            </a:r>
            <a:r>
              <a:rPr lang="en-CA" sz="1800">
                <a:solidFill>
                  <a:schemeClr val="dk1"/>
                </a:solidFill>
                <a:latin typeface="Arial"/>
                <a:ea typeface="Arial"/>
                <a:cs typeface="Arial"/>
                <a:sym typeface="Arial"/>
              </a:rPr>
              <a:t>, en mobilisant l’IA et les talents des participants autour d’un </a:t>
            </a:r>
            <a:r>
              <a:rPr b="1" lang="en-CA" sz="1800">
                <a:solidFill>
                  <a:schemeClr val="dk1"/>
                </a:solidFill>
                <a:latin typeface="Arial"/>
                <a:ea typeface="Arial"/>
                <a:cs typeface="Arial"/>
                <a:sym typeface="Arial"/>
              </a:rPr>
              <a:t>problème réel d’entreprise</a:t>
            </a:r>
            <a:r>
              <a:rPr lang="en-CA" sz="1800">
                <a:solidFill>
                  <a:schemeClr val="dk1"/>
                </a:solidFill>
                <a:latin typeface="Arial"/>
                <a:ea typeface="Arial"/>
                <a:cs typeface="Arial"/>
                <a:sym typeface="Arial"/>
              </a:rPr>
              <a:t>.</a:t>
            </a:r>
            <a:endParaRPr/>
          </a:p>
        </p:txBody>
      </p:sp>
      <p:sp>
        <p:nvSpPr>
          <p:cNvPr id="96" name="Google Shape;96;p3"/>
          <p:cNvSpPr txBox="1"/>
          <p:nvPr/>
        </p:nvSpPr>
        <p:spPr>
          <a:xfrm>
            <a:off x="15152914" y="-682171"/>
            <a:ext cx="184731" cy="408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53">
              <a:solidFill>
                <a:schemeClr val="dk1"/>
              </a:solidFill>
              <a:latin typeface="Calibri"/>
              <a:ea typeface="Calibri"/>
              <a:cs typeface="Calibri"/>
              <a:sym typeface="Calibri"/>
            </a:endParaRPr>
          </a:p>
        </p:txBody>
      </p:sp>
      <p:sp>
        <p:nvSpPr>
          <p:cNvPr id="97" name="Google Shape;97;p3"/>
          <p:cNvSpPr txBox="1"/>
          <p:nvPr/>
        </p:nvSpPr>
        <p:spPr>
          <a:xfrm>
            <a:off x="849284" y="360720"/>
            <a:ext cx="880565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3600">
                <a:solidFill>
                  <a:srgbClr val="1B0C2E"/>
                </a:solidFill>
                <a:latin typeface="Arial"/>
                <a:ea typeface="Arial"/>
                <a:cs typeface="Arial"/>
                <a:sym typeface="Arial"/>
              </a:rPr>
              <a:t>Chers participants, chers sponsors</a:t>
            </a:r>
            <a:endParaRPr/>
          </a:p>
        </p:txBody>
      </p:sp>
      <p:sp>
        <p:nvSpPr>
          <p:cNvPr id="98" name="Google Shape;98;p3"/>
          <p:cNvSpPr/>
          <p:nvPr/>
        </p:nvSpPr>
        <p:spPr>
          <a:xfrm>
            <a:off x="274677" y="1551237"/>
            <a:ext cx="10111013" cy="4259254"/>
          </a:xfrm>
          <a:prstGeom prst="rect">
            <a:avLst/>
          </a:prstGeom>
          <a:noFill/>
          <a:ln cap="flat" cmpd="sng" w="12700">
            <a:solidFill>
              <a:srgbClr val="EDF3F9"/>
            </a:solidFill>
            <a:prstDash val="solid"/>
            <a:round/>
            <a:headEnd len="sm" w="sm" type="none"/>
            <a:tailEnd len="sm" w="sm" type="none"/>
          </a:ln>
          <a:effectLst>
            <a:outerShdw blurRad="40000" rotWithShape="0" dir="5400000" dist="23000">
              <a:srgbClr val="C471ED">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263">
              <a:solidFill>
                <a:schemeClr val="lt1"/>
              </a:solidFill>
              <a:latin typeface="Calibri"/>
              <a:ea typeface="Calibri"/>
              <a:cs typeface="Calibri"/>
              <a:sym typeface="Calibri"/>
            </a:endParaRPr>
          </a:p>
        </p:txBody>
      </p:sp>
      <p:pic>
        <p:nvPicPr>
          <p:cNvPr descr="Une image contenant Graphique, Police, logo, graphisme&#10;&#10;Le contenu généré par l’IA peut être incorrect." id="99" name="Google Shape;99;p3"/>
          <p:cNvPicPr preferRelativeResize="0"/>
          <p:nvPr/>
        </p:nvPicPr>
        <p:blipFill rotWithShape="1">
          <a:blip r:embed="rId3">
            <a:alphaModFix/>
          </a:blip>
          <a:srcRect b="0" l="0" r="0" t="0"/>
          <a:stretch/>
        </p:blipFill>
        <p:spPr>
          <a:xfrm>
            <a:off x="9398643" y="6837783"/>
            <a:ext cx="1156804" cy="650703"/>
          </a:xfrm>
          <a:prstGeom prst="rect">
            <a:avLst/>
          </a:prstGeom>
          <a:noFill/>
          <a:ln>
            <a:noFill/>
          </a:ln>
        </p:spPr>
      </p:pic>
      <p:pic>
        <p:nvPicPr>
          <p:cNvPr id="100" name="Google Shape;100;p3"/>
          <p:cNvPicPr preferRelativeResize="0"/>
          <p:nvPr/>
        </p:nvPicPr>
        <p:blipFill rotWithShape="1">
          <a:blip r:embed="rId4">
            <a:alphaModFix/>
          </a:blip>
          <a:srcRect b="0" l="0" r="0" t="0"/>
          <a:stretch/>
        </p:blipFill>
        <p:spPr>
          <a:xfrm>
            <a:off x="0" y="6579089"/>
            <a:ext cx="8520056" cy="980586"/>
          </a:xfrm>
          <a:prstGeom prst="rect">
            <a:avLst/>
          </a:prstGeom>
          <a:noFill/>
          <a:ln>
            <a:noFill/>
          </a:ln>
        </p:spPr>
      </p:pic>
      <p:pic>
        <p:nvPicPr>
          <p:cNvPr id="101" name="Google Shape;101;p3"/>
          <p:cNvPicPr preferRelativeResize="0"/>
          <p:nvPr/>
        </p:nvPicPr>
        <p:blipFill rotWithShape="1">
          <a:blip r:embed="rId5">
            <a:alphaModFix/>
          </a:blip>
          <a:srcRect b="0" l="38484" r="0" t="0"/>
          <a:stretch/>
        </p:blipFill>
        <p:spPr>
          <a:xfrm>
            <a:off x="7401256" y="6579089"/>
            <a:ext cx="3450420" cy="9805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306123" y="1360984"/>
            <a:ext cx="989197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0C2E"/>
              </a:buClr>
              <a:buSzPts val="1800"/>
              <a:buFont typeface="Arial"/>
              <a:buNone/>
            </a:pPr>
            <a:r>
              <a:rPr lang="en-CA" sz="1800">
                <a:solidFill>
                  <a:srgbClr val="1B0C2E"/>
                </a:solidFill>
                <a:latin typeface="Arial"/>
                <a:ea typeface="Arial"/>
                <a:cs typeface="Arial"/>
                <a:sym typeface="Arial"/>
              </a:rPr>
              <a:t>Contexte du Défi:</a:t>
            </a:r>
            <a:endParaRPr/>
          </a:p>
          <a:p>
            <a:pPr indent="0" lvl="0" marL="0" marR="0" rtl="0" algn="l">
              <a:spcBef>
                <a:spcPts val="0"/>
              </a:spcBef>
              <a:spcAft>
                <a:spcPts val="0"/>
              </a:spcAft>
              <a:buClr>
                <a:srgbClr val="1B0C2E"/>
              </a:buClr>
              <a:buSzPts val="1800"/>
              <a:buFont typeface="Arial"/>
              <a:buNone/>
            </a:pPr>
            <a:r>
              <a:rPr lang="en-CA" sz="1800">
                <a:solidFill>
                  <a:srgbClr val="1B0C2E"/>
                </a:solidFill>
                <a:latin typeface="Arial"/>
                <a:ea typeface="Arial"/>
                <a:cs typeface="Arial"/>
                <a:sym typeface="Arial"/>
              </a:rPr>
              <a:t>Les homologations de produits de protection des plantes sont dispersées dans des dizaines de bases nationales, aux formats, langues et nomenclatures très variables.</a:t>
            </a:r>
            <a:endParaRPr/>
          </a:p>
          <a:p>
            <a:pPr indent="0" lvl="0" marL="0" marR="0" rtl="0" algn="l">
              <a:spcBef>
                <a:spcPts val="0"/>
              </a:spcBef>
              <a:spcAft>
                <a:spcPts val="0"/>
              </a:spcAft>
              <a:buClr>
                <a:schemeClr val="dk1"/>
              </a:buClr>
              <a:buSzPts val="1800"/>
              <a:buFont typeface="Calibri"/>
              <a:buNone/>
            </a:pPr>
            <a:r>
              <a:t/>
            </a:r>
            <a:endParaRPr sz="1800">
              <a:solidFill>
                <a:srgbClr val="1B0C2E"/>
              </a:solidFill>
              <a:latin typeface="Arial"/>
              <a:ea typeface="Arial"/>
              <a:cs typeface="Arial"/>
              <a:sym typeface="Arial"/>
            </a:endParaRPr>
          </a:p>
          <a:p>
            <a:pPr indent="0" lvl="0" marL="0" marR="0" rtl="0" algn="l">
              <a:spcBef>
                <a:spcPts val="0"/>
              </a:spcBef>
              <a:spcAft>
                <a:spcPts val="0"/>
              </a:spcAft>
              <a:buNone/>
            </a:pPr>
            <a:r>
              <a:rPr lang="en-CA" sz="1800">
                <a:solidFill>
                  <a:srgbClr val="1B0C2E"/>
                </a:solidFill>
                <a:latin typeface="Arial"/>
                <a:ea typeface="Arial"/>
                <a:cs typeface="Arial"/>
                <a:sym typeface="Arial"/>
              </a:rPr>
              <a:t>Contact référent </a:t>
            </a:r>
            <a:endParaRPr/>
          </a:p>
          <a:p>
            <a:pPr indent="0" lvl="0" marL="0" marR="0" rtl="0" algn="l">
              <a:spcBef>
                <a:spcPts val="0"/>
              </a:spcBef>
              <a:spcAft>
                <a:spcPts val="0"/>
              </a:spcAft>
              <a:buNone/>
            </a:pPr>
            <a:r>
              <a:rPr lang="en-CA" sz="1800">
                <a:solidFill>
                  <a:srgbClr val="1B0C2E"/>
                </a:solidFill>
                <a:latin typeface="Arial"/>
                <a:ea typeface="Arial"/>
                <a:cs typeface="Arial"/>
                <a:sym typeface="Arial"/>
              </a:rPr>
              <a:t>Adrien Richard (Field Solutions), Matthieu Noël (Marketing), Sacha Clément (Solution intégrées)</a:t>
            </a:r>
            <a:endParaRPr/>
          </a:p>
        </p:txBody>
      </p:sp>
      <p:sp>
        <p:nvSpPr>
          <p:cNvPr id="107" name="Google Shape;107;p4"/>
          <p:cNvSpPr txBox="1"/>
          <p:nvPr/>
        </p:nvSpPr>
        <p:spPr>
          <a:xfrm>
            <a:off x="15152914" y="-682171"/>
            <a:ext cx="184731" cy="408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53">
              <a:solidFill>
                <a:schemeClr val="dk1"/>
              </a:solidFill>
              <a:latin typeface="Calibri"/>
              <a:ea typeface="Calibri"/>
              <a:cs typeface="Calibri"/>
              <a:sym typeface="Calibri"/>
            </a:endParaRPr>
          </a:p>
        </p:txBody>
      </p:sp>
      <p:sp>
        <p:nvSpPr>
          <p:cNvPr id="108" name="Google Shape;108;p4"/>
          <p:cNvSpPr txBox="1"/>
          <p:nvPr/>
        </p:nvSpPr>
        <p:spPr>
          <a:xfrm>
            <a:off x="106853" y="233399"/>
            <a:ext cx="5039783" cy="827885"/>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l">
              <a:spcBef>
                <a:spcPts val="0"/>
              </a:spcBef>
              <a:spcAft>
                <a:spcPts val="0"/>
              </a:spcAft>
              <a:buNone/>
            </a:pPr>
            <a:r>
              <a:rPr lang="en-CA" sz="3600">
                <a:solidFill>
                  <a:srgbClr val="1B0C2E"/>
                </a:solidFill>
                <a:latin typeface="Arial"/>
                <a:ea typeface="Arial"/>
                <a:cs typeface="Arial"/>
                <a:sym typeface="Arial"/>
              </a:rPr>
              <a:t>Agent IA mondial de veille réglementaire</a:t>
            </a:r>
            <a:endParaRPr sz="3600">
              <a:solidFill>
                <a:srgbClr val="1B0C2E"/>
              </a:solidFill>
              <a:latin typeface="Arial"/>
              <a:ea typeface="Arial"/>
              <a:cs typeface="Arial"/>
              <a:sym typeface="Arial"/>
            </a:endParaRPr>
          </a:p>
        </p:txBody>
      </p:sp>
      <p:sp>
        <p:nvSpPr>
          <p:cNvPr id="109" name="Google Shape;109;p4"/>
          <p:cNvSpPr txBox="1"/>
          <p:nvPr/>
        </p:nvSpPr>
        <p:spPr>
          <a:xfrm>
            <a:off x="6108700" y="448842"/>
            <a:ext cx="430843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CA" sz="2000">
                <a:solidFill>
                  <a:srgbClr val="1B0C2E"/>
                </a:solidFill>
                <a:latin typeface="Arial"/>
                <a:ea typeface="Arial"/>
                <a:cs typeface="Arial"/>
                <a:sym typeface="Arial"/>
              </a:rPr>
              <a:t>Lallemand Plant Care</a:t>
            </a:r>
            <a:endParaRPr sz="2000">
              <a:solidFill>
                <a:srgbClr val="1B0C2E"/>
              </a:solidFill>
              <a:latin typeface="Arial"/>
              <a:ea typeface="Arial"/>
              <a:cs typeface="Arial"/>
              <a:sym typeface="Arial"/>
            </a:endParaRPr>
          </a:p>
        </p:txBody>
      </p:sp>
      <p:sp>
        <p:nvSpPr>
          <p:cNvPr id="110" name="Google Shape;110;p4"/>
          <p:cNvSpPr txBox="1"/>
          <p:nvPr/>
        </p:nvSpPr>
        <p:spPr>
          <a:xfrm>
            <a:off x="856343" y="3592364"/>
            <a:ext cx="9341757" cy="321798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CA" sz="2263">
                <a:solidFill>
                  <a:srgbClr val="1B0C2E"/>
                </a:solidFill>
                <a:latin typeface="Arial"/>
                <a:ea typeface="Arial"/>
                <a:cs typeface="Arial"/>
                <a:sym typeface="Arial"/>
              </a:rPr>
              <a:t>Pitch du défi </a:t>
            </a:r>
            <a:endParaRPr/>
          </a:p>
          <a:p>
            <a:pPr indent="0" lvl="0" marL="0" marR="0" rtl="0" algn="l">
              <a:spcBef>
                <a:spcPts val="0"/>
              </a:spcBef>
              <a:spcAft>
                <a:spcPts val="0"/>
              </a:spcAft>
              <a:buNone/>
            </a:pPr>
            <a:r>
              <a:rPr i="1" lang="en-CA" sz="1600">
                <a:solidFill>
                  <a:srgbClr val="1B0C2E"/>
                </a:solidFill>
                <a:latin typeface="Arial"/>
                <a:ea typeface="Arial"/>
                <a:cs typeface="Arial"/>
                <a:sym typeface="Arial"/>
              </a:rPr>
              <a:t>Comment l'IA peut-elle transformer des bases réglementaires nationales hétérogènes en un référentiel mondial structuré, traçable et interrogeable, capable de comparer homologations, usages, doses et restrictions entre les principaux marchés de Lallemand Plant Care ?</a:t>
            </a:r>
            <a:endParaRPr sz="2263">
              <a:solidFill>
                <a:srgbClr val="1B0C2E"/>
              </a:solidFill>
              <a:latin typeface="Arial"/>
              <a:ea typeface="Arial"/>
              <a:cs typeface="Arial"/>
              <a:sym typeface="Arial"/>
            </a:endParaRPr>
          </a:p>
          <a:p>
            <a:pPr indent="0" lvl="0" marL="0" marR="0" rtl="0" algn="l">
              <a:spcBef>
                <a:spcPts val="0"/>
              </a:spcBef>
              <a:spcAft>
                <a:spcPts val="0"/>
              </a:spcAft>
              <a:buNone/>
            </a:pPr>
            <a:r>
              <a:t/>
            </a:r>
            <a:endParaRPr sz="2263">
              <a:solidFill>
                <a:srgbClr val="1B0C2E"/>
              </a:solidFill>
              <a:latin typeface="Arial"/>
              <a:ea typeface="Arial"/>
              <a:cs typeface="Arial"/>
              <a:sym typeface="Arial"/>
            </a:endParaRPr>
          </a:p>
          <a:p>
            <a:pPr indent="0" lvl="0" marL="0" marR="0" rtl="0" algn="l">
              <a:spcBef>
                <a:spcPts val="0"/>
              </a:spcBef>
              <a:spcAft>
                <a:spcPts val="0"/>
              </a:spcAft>
              <a:buNone/>
            </a:pPr>
            <a:r>
              <a:rPr lang="en-CA" sz="2263">
                <a:solidFill>
                  <a:srgbClr val="1B0C2E"/>
                </a:solidFill>
                <a:latin typeface="Arial"/>
                <a:ea typeface="Arial"/>
                <a:cs typeface="Arial"/>
                <a:sym typeface="Arial"/>
              </a:rPr>
              <a:t>Contexte métier </a:t>
            </a:r>
            <a:endParaRPr/>
          </a:p>
          <a:p>
            <a:pPr indent="0" lvl="0" marL="0" marR="0" rtl="0" algn="l">
              <a:spcBef>
                <a:spcPts val="0"/>
              </a:spcBef>
              <a:spcAft>
                <a:spcPts val="0"/>
              </a:spcAft>
              <a:buNone/>
            </a:pPr>
            <a:r>
              <a:rPr i="1" lang="en-CA" sz="1600">
                <a:solidFill>
                  <a:srgbClr val="1B0C2E"/>
                </a:solidFill>
                <a:latin typeface="Arial"/>
                <a:ea typeface="Arial"/>
                <a:cs typeface="Arial"/>
                <a:sym typeface="Arial"/>
              </a:rPr>
              <a:t>Regulatory, Marketing et Sales doivent comparer rapidement l'empreinte réglementaire des produits LPC et de leurs concurrents au Canada, aux États-Unis, en CaMexCa, au Brésil, en Uruguay et en Europe.</a:t>
            </a:r>
            <a:br>
              <a:rPr i="1" lang="en-CA" sz="1600">
                <a:solidFill>
                  <a:srgbClr val="1B0C2E"/>
                </a:solidFill>
                <a:latin typeface="Arial"/>
                <a:ea typeface="Arial"/>
                <a:cs typeface="Arial"/>
                <a:sym typeface="Arial"/>
              </a:rPr>
            </a:br>
            <a:r>
              <a:rPr i="1" lang="en-CA" sz="1600">
                <a:solidFill>
                  <a:srgbClr val="1B0C2E"/>
                </a:solidFill>
                <a:latin typeface="Arial"/>
                <a:ea typeface="Arial"/>
                <a:cs typeface="Arial"/>
                <a:sym typeface="Arial"/>
              </a:rPr>
              <a:t>Aujourd'hui, chaque vérification exige une recherche manuelle, source par source et pays par pays.</a:t>
            </a:r>
            <a:endParaRPr/>
          </a:p>
        </p:txBody>
      </p:sp>
      <p:sp>
        <p:nvSpPr>
          <p:cNvPr id="111" name="Google Shape;111;p4"/>
          <p:cNvSpPr/>
          <p:nvPr/>
        </p:nvSpPr>
        <p:spPr>
          <a:xfrm>
            <a:off x="290399" y="1088716"/>
            <a:ext cx="10111013" cy="2089914"/>
          </a:xfrm>
          <a:prstGeom prst="rect">
            <a:avLst/>
          </a:prstGeom>
          <a:noFill/>
          <a:ln cap="flat" cmpd="sng" w="12700">
            <a:solidFill>
              <a:srgbClr val="EDF3F9"/>
            </a:solidFill>
            <a:prstDash val="solid"/>
            <a:round/>
            <a:headEnd len="sm" w="sm" type="none"/>
            <a:tailEnd len="sm" w="sm" type="none"/>
          </a:ln>
          <a:effectLst>
            <a:outerShdw blurRad="40000" rotWithShape="0" dir="5400000" dist="23000">
              <a:srgbClr val="C471ED">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263">
              <a:solidFill>
                <a:schemeClr val="lt1"/>
              </a:solidFill>
              <a:latin typeface="Calibri"/>
              <a:ea typeface="Calibri"/>
              <a:cs typeface="Calibri"/>
              <a:sym typeface="Calibri"/>
            </a:endParaRPr>
          </a:p>
        </p:txBody>
      </p:sp>
      <p:pic>
        <p:nvPicPr>
          <p:cNvPr descr="Une image contenant Graphique, Police, logo, blanc&#10;&#10;Le contenu généré par l’IA peut être incorrect." id="112" name="Google Shape;112;p4"/>
          <p:cNvPicPr preferRelativeResize="0"/>
          <p:nvPr/>
        </p:nvPicPr>
        <p:blipFill rotWithShape="1">
          <a:blip r:embed="rId3">
            <a:alphaModFix/>
          </a:blip>
          <a:srcRect b="0" l="0" r="0" t="0"/>
          <a:stretch/>
        </p:blipFill>
        <p:spPr>
          <a:xfrm>
            <a:off x="39240" y="3371285"/>
            <a:ext cx="817103" cy="817103"/>
          </a:xfrm>
          <a:prstGeom prst="rect">
            <a:avLst/>
          </a:prstGeom>
          <a:noFill/>
          <a:ln>
            <a:noFill/>
          </a:ln>
        </p:spPr>
      </p:pic>
      <p:pic>
        <p:nvPicPr>
          <p:cNvPr descr="Une image contenant Graphique, Police, logo, graphisme&#10;&#10;Le contenu généré par l’IA peut être incorrect." id="113" name="Google Shape;113;p4"/>
          <p:cNvPicPr preferRelativeResize="0"/>
          <p:nvPr/>
        </p:nvPicPr>
        <p:blipFill rotWithShape="1">
          <a:blip r:embed="rId4">
            <a:alphaModFix/>
          </a:blip>
          <a:srcRect b="0" l="0" r="0" t="0"/>
          <a:stretch/>
        </p:blipFill>
        <p:spPr>
          <a:xfrm>
            <a:off x="9398643" y="6837783"/>
            <a:ext cx="1156804" cy="650703"/>
          </a:xfrm>
          <a:prstGeom prst="rect">
            <a:avLst/>
          </a:prstGeom>
          <a:noFill/>
          <a:ln>
            <a:noFill/>
          </a:ln>
        </p:spPr>
      </p:pic>
      <p:pic>
        <p:nvPicPr>
          <p:cNvPr id="114" name="Google Shape;114;p4"/>
          <p:cNvPicPr preferRelativeResize="0"/>
          <p:nvPr/>
        </p:nvPicPr>
        <p:blipFill rotWithShape="1">
          <a:blip r:embed="rId5">
            <a:alphaModFix/>
          </a:blip>
          <a:srcRect b="0" l="0" r="0" t="0"/>
          <a:stretch/>
        </p:blipFill>
        <p:spPr>
          <a:xfrm>
            <a:off x="0" y="6579089"/>
            <a:ext cx="8520056" cy="980586"/>
          </a:xfrm>
          <a:prstGeom prst="rect">
            <a:avLst/>
          </a:prstGeom>
          <a:noFill/>
          <a:ln>
            <a:noFill/>
          </a:ln>
        </p:spPr>
      </p:pic>
      <p:pic>
        <p:nvPicPr>
          <p:cNvPr id="115" name="Google Shape;115;p4"/>
          <p:cNvPicPr preferRelativeResize="0"/>
          <p:nvPr/>
        </p:nvPicPr>
        <p:blipFill rotWithShape="1">
          <a:blip r:embed="rId6">
            <a:alphaModFix/>
          </a:blip>
          <a:srcRect b="0" l="38484" r="0" t="0"/>
          <a:stretch/>
        </p:blipFill>
        <p:spPr>
          <a:xfrm>
            <a:off x="7401256" y="6579089"/>
            <a:ext cx="3450420" cy="9805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nvSpPr>
        <p:spPr>
          <a:xfrm>
            <a:off x="15152914" y="-682171"/>
            <a:ext cx="184731" cy="408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53">
              <a:solidFill>
                <a:schemeClr val="dk1"/>
              </a:solidFill>
              <a:latin typeface="Calibri"/>
              <a:ea typeface="Calibri"/>
              <a:cs typeface="Calibri"/>
              <a:sym typeface="Calibri"/>
            </a:endParaRPr>
          </a:p>
        </p:txBody>
      </p:sp>
      <p:sp>
        <p:nvSpPr>
          <p:cNvPr id="121" name="Google Shape;121;p5"/>
          <p:cNvSpPr txBox="1"/>
          <p:nvPr/>
        </p:nvSpPr>
        <p:spPr>
          <a:xfrm>
            <a:off x="6108700" y="448842"/>
            <a:ext cx="430843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CA" sz="2000">
                <a:solidFill>
                  <a:srgbClr val="1B0C2E"/>
                </a:solidFill>
                <a:latin typeface="Arial"/>
                <a:ea typeface="Arial"/>
                <a:cs typeface="Arial"/>
                <a:sym typeface="Arial"/>
              </a:rPr>
              <a:t>Lallemand Plant Care</a:t>
            </a:r>
            <a:endParaRPr sz="2000">
              <a:solidFill>
                <a:srgbClr val="1B0C2E"/>
              </a:solidFill>
              <a:latin typeface="Arial"/>
              <a:ea typeface="Arial"/>
              <a:cs typeface="Arial"/>
              <a:sym typeface="Arial"/>
            </a:endParaRPr>
          </a:p>
        </p:txBody>
      </p:sp>
      <p:sp>
        <p:nvSpPr>
          <p:cNvPr id="122" name="Google Shape;122;p5"/>
          <p:cNvSpPr txBox="1"/>
          <p:nvPr/>
        </p:nvSpPr>
        <p:spPr>
          <a:xfrm>
            <a:off x="793975" y="2079898"/>
            <a:ext cx="9341757" cy="2639482"/>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CA" sz="2263">
                <a:solidFill>
                  <a:srgbClr val="1B0C2E"/>
                </a:solidFill>
                <a:latin typeface="Arial"/>
                <a:ea typeface="Arial"/>
                <a:cs typeface="Arial"/>
                <a:sym typeface="Arial"/>
              </a:rPr>
              <a:t>Objectif</a:t>
            </a:r>
            <a:endParaRPr/>
          </a:p>
          <a:p>
            <a:pPr indent="0" lvl="0" marL="0" marR="0" rtl="0" algn="l">
              <a:spcBef>
                <a:spcPts val="0"/>
              </a:spcBef>
              <a:spcAft>
                <a:spcPts val="0"/>
              </a:spcAft>
              <a:buNone/>
            </a:pPr>
            <a:r>
              <a:rPr i="1" lang="en-CA" sz="1600">
                <a:solidFill>
                  <a:schemeClr val="dk1"/>
                </a:solidFill>
                <a:latin typeface="Calibri"/>
                <a:ea typeface="Calibri"/>
                <a:cs typeface="Calibri"/>
                <a:sym typeface="Calibri"/>
              </a:rPr>
              <a:t>Concevoir une preuve de concept d'agent IA de veille réglementaire et concurrentielle, interrogeable en langage naturel.</a:t>
            </a:r>
            <a:endParaRPr/>
          </a:p>
          <a:p>
            <a:pPr indent="0" lvl="0" marL="0" marR="0" rtl="0" algn="l">
              <a:spcBef>
                <a:spcPts val="0"/>
              </a:spcBef>
              <a:spcAft>
                <a:spcPts val="0"/>
              </a:spcAft>
              <a:buNone/>
            </a:pPr>
            <a:r>
              <a:rPr b="1" lang="en-CA" sz="1600">
                <a:solidFill>
                  <a:schemeClr val="dk1"/>
                </a:solidFill>
                <a:latin typeface="Calibri"/>
                <a:ea typeface="Calibri"/>
                <a:cs typeface="Calibri"/>
                <a:sym typeface="Calibri"/>
              </a:rPr>
              <a:t>Problème : des sources officielles hétérogènes, multilingues et non comparables d'un pays à l'autre.</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CA" sz="1600">
                <a:solidFill>
                  <a:schemeClr val="dk1"/>
                </a:solidFill>
                <a:latin typeface="Calibri"/>
                <a:ea typeface="Calibri"/>
                <a:cs typeface="Calibri"/>
                <a:sym typeface="Calibri"/>
              </a:rPr>
              <a:t>Rêve : un référentiel mondial unique, structuré, traçable et interrogeable des homologations.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CA" sz="1600">
                <a:solidFill>
                  <a:schemeClr val="dk1"/>
                </a:solidFill>
                <a:latin typeface="Calibri"/>
                <a:ea typeface="Calibri"/>
                <a:cs typeface="Calibri"/>
                <a:sym typeface="Calibri"/>
              </a:rPr>
              <a:t>Valeur : des réponses sourcées en quelques minutes plutôt qu'en plusieurs jours de recherche manuelle.</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i="1" lang="en-CA" sz="1600">
                <a:solidFill>
                  <a:schemeClr val="dk1"/>
                </a:solidFill>
                <a:latin typeface="Calibri"/>
                <a:ea typeface="Calibri"/>
                <a:cs typeface="Calibri"/>
                <a:sym typeface="Calibri"/>
              </a:rPr>
              <a:t>Regulatory gagne du temps ; Marketing et Sales visualisent l'empreinte réglementaire des concurrents.</a:t>
            </a:r>
            <a:endParaRPr/>
          </a:p>
          <a:p>
            <a:pPr indent="0" lvl="0" marL="0" marR="0" rtl="0" algn="l">
              <a:spcBef>
                <a:spcPts val="0"/>
              </a:spcBef>
              <a:spcAft>
                <a:spcPts val="0"/>
              </a:spcAft>
              <a:buNone/>
            </a:pPr>
            <a:r>
              <a:t/>
            </a:r>
            <a:endParaRPr sz="2263">
              <a:solidFill>
                <a:srgbClr val="1B0C2E"/>
              </a:solidFill>
              <a:latin typeface="Arial"/>
              <a:ea typeface="Arial"/>
              <a:cs typeface="Arial"/>
              <a:sym typeface="Arial"/>
            </a:endParaRPr>
          </a:p>
          <a:p>
            <a:pPr indent="0" lvl="0" marL="0" marR="0" rtl="0" algn="l">
              <a:spcBef>
                <a:spcPts val="0"/>
              </a:spcBef>
              <a:spcAft>
                <a:spcPts val="0"/>
              </a:spcAft>
              <a:buNone/>
            </a:pPr>
            <a:r>
              <a:t/>
            </a:r>
            <a:endParaRPr sz="2263">
              <a:solidFill>
                <a:srgbClr val="1B0C2E"/>
              </a:solidFill>
              <a:latin typeface="Arial"/>
              <a:ea typeface="Arial"/>
              <a:cs typeface="Arial"/>
              <a:sym typeface="Arial"/>
            </a:endParaRPr>
          </a:p>
        </p:txBody>
      </p:sp>
      <p:pic>
        <p:nvPicPr>
          <p:cNvPr descr="Une image contenant Graphique, Police, logo, blanc&#10;&#10;Le contenu généré par l’IA peut être incorrect." id="123" name="Google Shape;123;p5"/>
          <p:cNvPicPr preferRelativeResize="0"/>
          <p:nvPr/>
        </p:nvPicPr>
        <p:blipFill rotWithShape="1">
          <a:blip r:embed="rId3">
            <a:alphaModFix/>
          </a:blip>
          <a:srcRect b="0" l="0" r="0" t="0"/>
          <a:stretch/>
        </p:blipFill>
        <p:spPr>
          <a:xfrm>
            <a:off x="-23128" y="848952"/>
            <a:ext cx="817103" cy="817103"/>
          </a:xfrm>
          <a:prstGeom prst="rect">
            <a:avLst/>
          </a:prstGeom>
          <a:noFill/>
          <a:ln>
            <a:noFill/>
          </a:ln>
        </p:spPr>
      </p:pic>
      <p:pic>
        <p:nvPicPr>
          <p:cNvPr descr="Une image contenant Graphique, Police, logo, blanc&#10;&#10;Le contenu généré par l’IA peut être incorrect." id="124" name="Google Shape;124;p5"/>
          <p:cNvPicPr preferRelativeResize="0"/>
          <p:nvPr/>
        </p:nvPicPr>
        <p:blipFill rotWithShape="1">
          <a:blip r:embed="rId3">
            <a:alphaModFix/>
          </a:blip>
          <a:srcRect b="0" l="0" r="0" t="0"/>
          <a:stretch/>
        </p:blipFill>
        <p:spPr>
          <a:xfrm>
            <a:off x="-23128" y="4115216"/>
            <a:ext cx="817103" cy="817103"/>
          </a:xfrm>
          <a:prstGeom prst="rect">
            <a:avLst/>
          </a:prstGeom>
          <a:noFill/>
          <a:ln>
            <a:noFill/>
          </a:ln>
        </p:spPr>
      </p:pic>
      <p:pic>
        <p:nvPicPr>
          <p:cNvPr descr="Une image contenant Graphique, Police, logo, blanc&#10;&#10;Le contenu généré par l’IA peut être incorrect." id="125" name="Google Shape;125;p5"/>
          <p:cNvPicPr preferRelativeResize="0"/>
          <p:nvPr/>
        </p:nvPicPr>
        <p:blipFill rotWithShape="1">
          <a:blip r:embed="rId3">
            <a:alphaModFix/>
          </a:blip>
          <a:srcRect b="0" l="0" r="0" t="0"/>
          <a:stretch/>
        </p:blipFill>
        <p:spPr>
          <a:xfrm>
            <a:off x="-23128" y="1938703"/>
            <a:ext cx="817103" cy="817103"/>
          </a:xfrm>
          <a:prstGeom prst="rect">
            <a:avLst/>
          </a:prstGeom>
          <a:noFill/>
          <a:ln>
            <a:noFill/>
          </a:ln>
        </p:spPr>
      </p:pic>
      <p:sp>
        <p:nvSpPr>
          <p:cNvPr id="126" name="Google Shape;126;p5"/>
          <p:cNvSpPr txBox="1"/>
          <p:nvPr/>
        </p:nvSpPr>
        <p:spPr>
          <a:xfrm>
            <a:off x="857236" y="1057448"/>
            <a:ext cx="9686422" cy="6867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2263">
                <a:solidFill>
                  <a:srgbClr val="1B0C2E"/>
                </a:solidFill>
                <a:latin typeface="Arial"/>
                <a:ea typeface="Arial"/>
                <a:cs typeface="Arial"/>
                <a:sym typeface="Arial"/>
              </a:rPr>
              <a:t>Parties prenantes</a:t>
            </a:r>
            <a:endParaRPr/>
          </a:p>
          <a:p>
            <a:pPr indent="0" lvl="0" marL="0" marR="0" rtl="0" algn="l">
              <a:spcBef>
                <a:spcPts val="0"/>
              </a:spcBef>
              <a:spcAft>
                <a:spcPts val="0"/>
              </a:spcAft>
              <a:buNone/>
            </a:pPr>
            <a:r>
              <a:rPr i="1" lang="en-CA" sz="1600">
                <a:solidFill>
                  <a:srgbClr val="1B0C2E"/>
                </a:solidFill>
                <a:latin typeface="Arial"/>
                <a:ea typeface="Arial"/>
                <a:cs typeface="Arial"/>
                <a:sym typeface="Arial"/>
              </a:rPr>
              <a:t>Regulatory Affairs, Marketing, Sales, Field Solutions, R&amp;D, équipes IT et Microsoft 365, partenaires et distributeurs.</a:t>
            </a:r>
            <a:endParaRPr/>
          </a:p>
        </p:txBody>
      </p:sp>
      <p:sp>
        <p:nvSpPr>
          <p:cNvPr id="127" name="Google Shape;127;p5"/>
          <p:cNvSpPr txBox="1"/>
          <p:nvPr/>
        </p:nvSpPr>
        <p:spPr>
          <a:xfrm>
            <a:off x="730714" y="4280149"/>
            <a:ext cx="9686422" cy="1750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CA" sz="2260">
                <a:solidFill>
                  <a:schemeClr val="dk1"/>
                </a:solidFill>
                <a:latin typeface="Calibri"/>
                <a:ea typeface="Calibri"/>
                <a:cs typeface="Calibri"/>
                <a:sym typeface="Calibri"/>
              </a:rPr>
              <a:t>Critères de réussite envisagés</a:t>
            </a:r>
            <a:endParaRPr/>
          </a:p>
          <a:p>
            <a:pPr indent="-111125" lvl="0" marL="111125" marR="0" rtl="0" algn="l">
              <a:spcBef>
                <a:spcPts val="0"/>
              </a:spcBef>
              <a:spcAft>
                <a:spcPts val="0"/>
              </a:spcAft>
              <a:buClr>
                <a:schemeClr val="dk1"/>
              </a:buClr>
              <a:buSzPts val="1500"/>
              <a:buFont typeface="Arial"/>
              <a:buChar char="•"/>
            </a:pPr>
            <a:r>
              <a:rPr lang="en-CA" sz="1500">
                <a:solidFill>
                  <a:schemeClr val="dk1"/>
                </a:solidFill>
                <a:latin typeface="Calibri"/>
                <a:ea typeface="Calibri"/>
                <a:cs typeface="Calibri"/>
                <a:sym typeface="Calibri"/>
              </a:rPr>
              <a:t>Au moins trois sources officielles intégrées, couvrant deux régions différentes.</a:t>
            </a:r>
            <a:endParaRPr/>
          </a:p>
          <a:p>
            <a:pPr indent="-111125" lvl="0" marL="111125" marR="0" rtl="0" algn="l">
              <a:spcBef>
                <a:spcPts val="0"/>
              </a:spcBef>
              <a:spcAft>
                <a:spcPts val="0"/>
              </a:spcAft>
              <a:buClr>
                <a:schemeClr val="dk1"/>
              </a:buClr>
              <a:buSzPts val="1500"/>
              <a:buFont typeface="Arial"/>
              <a:buChar char="•"/>
            </a:pPr>
            <a:r>
              <a:rPr lang="en-CA" sz="1500">
                <a:solidFill>
                  <a:schemeClr val="dk1"/>
                </a:solidFill>
                <a:latin typeface="Calibri"/>
                <a:ea typeface="Calibri"/>
                <a:cs typeface="Calibri"/>
                <a:sym typeface="Calibri"/>
              </a:rPr>
              <a:t>Tableau de comparaison produit x pays x usage, avec source officielle et date de collecte.</a:t>
            </a:r>
            <a:endParaRPr/>
          </a:p>
          <a:p>
            <a:pPr indent="-111125" lvl="0" marL="111125" marR="0" rtl="0" algn="l">
              <a:spcBef>
                <a:spcPts val="0"/>
              </a:spcBef>
              <a:spcAft>
                <a:spcPts val="0"/>
              </a:spcAft>
              <a:buClr>
                <a:schemeClr val="dk1"/>
              </a:buClr>
              <a:buSzPts val="1500"/>
              <a:buFont typeface="Arial"/>
              <a:buChar char="•"/>
            </a:pPr>
            <a:r>
              <a:rPr lang="en-CA" sz="1500">
                <a:solidFill>
                  <a:schemeClr val="dk1"/>
                </a:solidFill>
                <a:latin typeface="Calibri"/>
                <a:ea typeface="Calibri"/>
                <a:cs typeface="Calibri"/>
                <a:sym typeface="Calibri"/>
              </a:rPr>
              <a:t>Identification d'au moins une correspondance potentielle entre produits sœurs, avec justification et statut à confirmer.</a:t>
            </a:r>
            <a:endParaRPr/>
          </a:p>
          <a:p>
            <a:pPr indent="-111125" lvl="0" marL="111125" marR="0" rtl="0" algn="l">
              <a:spcBef>
                <a:spcPts val="0"/>
              </a:spcBef>
              <a:spcAft>
                <a:spcPts val="0"/>
              </a:spcAft>
              <a:buClr>
                <a:schemeClr val="dk1"/>
              </a:buClr>
              <a:buSzPts val="1500"/>
              <a:buFont typeface="Arial"/>
              <a:buChar char="•"/>
            </a:pPr>
            <a:r>
              <a:rPr lang="en-CA" sz="1500">
                <a:solidFill>
                  <a:schemeClr val="dk1"/>
                </a:solidFill>
                <a:latin typeface="Calibri"/>
                <a:ea typeface="Calibri"/>
                <a:cs typeface="Calibri"/>
                <a:sym typeface="Calibri"/>
              </a:rPr>
              <a:t>Intégration Microsoft 365 démontrée ou documentée.</a:t>
            </a:r>
            <a:endParaRPr/>
          </a:p>
          <a:p>
            <a:pPr indent="-111125" lvl="0" marL="111125" marR="0" rtl="0" algn="l">
              <a:spcBef>
                <a:spcPts val="0"/>
              </a:spcBef>
              <a:spcAft>
                <a:spcPts val="0"/>
              </a:spcAft>
              <a:buClr>
                <a:schemeClr val="dk1"/>
              </a:buClr>
              <a:buSzPts val="1500"/>
              <a:buFont typeface="Arial"/>
              <a:buChar char="•"/>
            </a:pPr>
            <a:r>
              <a:rPr lang="en-CA" sz="1500">
                <a:solidFill>
                  <a:schemeClr val="dk1"/>
                </a:solidFill>
                <a:latin typeface="Calibri"/>
                <a:ea typeface="Calibri"/>
                <a:cs typeface="Calibri"/>
                <a:sym typeface="Calibri"/>
              </a:rPr>
              <a:t>Prototype relançable par LPC à partir du dépôt remis</a:t>
            </a:r>
            <a:endParaRPr sz="1500">
              <a:solidFill>
                <a:schemeClr val="dk1"/>
              </a:solidFill>
              <a:latin typeface="Calibri"/>
              <a:ea typeface="Calibri"/>
              <a:cs typeface="Calibri"/>
              <a:sym typeface="Calibri"/>
            </a:endParaRPr>
          </a:p>
        </p:txBody>
      </p:sp>
      <p:pic>
        <p:nvPicPr>
          <p:cNvPr descr="Une image contenant Graphique, Police, logo, graphisme&#10;&#10;Le contenu généré par l’IA peut être incorrect." id="128" name="Google Shape;128;p5"/>
          <p:cNvPicPr preferRelativeResize="0"/>
          <p:nvPr/>
        </p:nvPicPr>
        <p:blipFill rotWithShape="1">
          <a:blip r:embed="rId4">
            <a:alphaModFix/>
          </a:blip>
          <a:srcRect b="0" l="0" r="0" t="0"/>
          <a:stretch/>
        </p:blipFill>
        <p:spPr>
          <a:xfrm>
            <a:off x="9398643" y="6837783"/>
            <a:ext cx="1156804" cy="650703"/>
          </a:xfrm>
          <a:prstGeom prst="rect">
            <a:avLst/>
          </a:prstGeom>
          <a:noFill/>
          <a:ln>
            <a:noFill/>
          </a:ln>
        </p:spPr>
      </p:pic>
      <p:pic>
        <p:nvPicPr>
          <p:cNvPr id="129" name="Google Shape;129;p5"/>
          <p:cNvPicPr preferRelativeResize="0"/>
          <p:nvPr/>
        </p:nvPicPr>
        <p:blipFill rotWithShape="1">
          <a:blip r:embed="rId5">
            <a:alphaModFix/>
          </a:blip>
          <a:srcRect b="0" l="0" r="0" t="0"/>
          <a:stretch/>
        </p:blipFill>
        <p:spPr>
          <a:xfrm>
            <a:off x="0" y="6579089"/>
            <a:ext cx="8520056" cy="980586"/>
          </a:xfrm>
          <a:prstGeom prst="rect">
            <a:avLst/>
          </a:prstGeom>
          <a:noFill/>
          <a:ln>
            <a:noFill/>
          </a:ln>
        </p:spPr>
      </p:pic>
      <p:pic>
        <p:nvPicPr>
          <p:cNvPr id="130" name="Google Shape;130;p5"/>
          <p:cNvPicPr preferRelativeResize="0"/>
          <p:nvPr/>
        </p:nvPicPr>
        <p:blipFill rotWithShape="1">
          <a:blip r:embed="rId6">
            <a:alphaModFix/>
          </a:blip>
          <a:srcRect b="0" l="38484" r="0" t="0"/>
          <a:stretch/>
        </p:blipFill>
        <p:spPr>
          <a:xfrm>
            <a:off x="7401256" y="6579089"/>
            <a:ext cx="3450420" cy="9805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nvSpPr>
        <p:spPr>
          <a:xfrm>
            <a:off x="15152914" y="-682171"/>
            <a:ext cx="184731" cy="408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53">
              <a:solidFill>
                <a:schemeClr val="dk1"/>
              </a:solidFill>
              <a:latin typeface="Calibri"/>
              <a:ea typeface="Calibri"/>
              <a:cs typeface="Calibri"/>
              <a:sym typeface="Calibri"/>
            </a:endParaRPr>
          </a:p>
        </p:txBody>
      </p:sp>
      <p:sp>
        <p:nvSpPr>
          <p:cNvPr id="136" name="Google Shape;136;p6"/>
          <p:cNvSpPr txBox="1"/>
          <p:nvPr/>
        </p:nvSpPr>
        <p:spPr>
          <a:xfrm>
            <a:off x="6108700" y="448842"/>
            <a:ext cx="430843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CA" sz="2000">
                <a:solidFill>
                  <a:srgbClr val="1B0C2E"/>
                </a:solidFill>
                <a:latin typeface="Arial"/>
                <a:ea typeface="Arial"/>
                <a:cs typeface="Arial"/>
                <a:sym typeface="Arial"/>
              </a:rPr>
              <a:t>Lallemand Plant Care</a:t>
            </a:r>
            <a:endParaRPr sz="2000">
              <a:solidFill>
                <a:srgbClr val="1B0C2E"/>
              </a:solidFill>
              <a:latin typeface="Arial"/>
              <a:ea typeface="Arial"/>
              <a:cs typeface="Arial"/>
              <a:sym typeface="Arial"/>
            </a:endParaRPr>
          </a:p>
        </p:txBody>
      </p:sp>
      <p:grpSp>
        <p:nvGrpSpPr>
          <p:cNvPr id="137" name="Google Shape;137;p6"/>
          <p:cNvGrpSpPr/>
          <p:nvPr/>
        </p:nvGrpSpPr>
        <p:grpSpPr>
          <a:xfrm>
            <a:off x="195016" y="2232267"/>
            <a:ext cx="10158860" cy="1433652"/>
            <a:chOff x="-23128" y="2013758"/>
            <a:chExt cx="10158860" cy="1433652"/>
          </a:xfrm>
        </p:grpSpPr>
        <p:sp>
          <p:nvSpPr>
            <p:cNvPr id="138" name="Google Shape;138;p6"/>
            <p:cNvSpPr txBox="1"/>
            <p:nvPr/>
          </p:nvSpPr>
          <p:spPr>
            <a:xfrm>
              <a:off x="793975" y="2175843"/>
              <a:ext cx="9341757" cy="12715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Contraintes à respecter (techniques, règlementaires…)</a:t>
              </a:r>
              <a:endParaRPr/>
            </a:p>
            <a:p>
              <a:pPr indent="-111125" lvl="0" marL="111125" marR="0" rtl="0" algn="l">
                <a:spcBef>
                  <a:spcPts val="0"/>
                </a:spcBef>
                <a:spcAft>
                  <a:spcPts val="0"/>
                </a:spcAft>
                <a:buClr>
                  <a:schemeClr val="dk1"/>
                </a:buClr>
                <a:buSzPts val="1400"/>
                <a:buFont typeface="Arial"/>
                <a:buChar char="•"/>
              </a:pPr>
              <a:r>
                <a:rPr lang="en-CA" sz="1400">
                  <a:solidFill>
                    <a:schemeClr val="dk1"/>
                  </a:solidFill>
                  <a:latin typeface="Calibri"/>
                  <a:ea typeface="Calibri"/>
                  <a:cs typeface="Calibri"/>
                  <a:sym typeface="Calibri"/>
                </a:rPr>
                <a:t>Chaque information reliée à sa source, aucune donnée inventée, valeur originale conservée avec la valeur normalisée.</a:t>
              </a:r>
              <a:endParaRPr/>
            </a:p>
            <a:p>
              <a:pPr indent="-111125" lvl="0" marL="111125" marR="0" rtl="0" algn="l">
                <a:spcBef>
                  <a:spcPts val="0"/>
                </a:spcBef>
                <a:spcAft>
                  <a:spcPts val="0"/>
                </a:spcAft>
                <a:buClr>
                  <a:schemeClr val="dk1"/>
                </a:buClr>
                <a:buSzPts val="1400"/>
                <a:buFont typeface="Arial"/>
                <a:buChar char="•"/>
              </a:pPr>
              <a:r>
                <a:rPr lang="en-CA" sz="1400">
                  <a:solidFill>
                    <a:schemeClr val="dk1"/>
                  </a:solidFill>
                  <a:latin typeface="Calibri"/>
                  <a:ea typeface="Calibri"/>
                  <a:cs typeface="Calibri"/>
                  <a:sym typeface="Calibri"/>
                </a:rPr>
                <a:t>Les correspondances incertaines entre produits doivent être présentées comme hypothèses à confirmer</a:t>
              </a:r>
              <a:r>
                <a:rPr lang="en-CA" sz="1600">
                  <a:solidFill>
                    <a:schemeClr val="dk1"/>
                  </a:solidFill>
                  <a:latin typeface="Calibri"/>
                  <a:ea typeface="Calibri"/>
                  <a:cs typeface="Calibri"/>
                  <a:sym typeface="Calibri"/>
                </a:rPr>
                <a:t>.</a:t>
              </a:r>
              <a:endParaRPr sz="2263">
                <a:solidFill>
                  <a:srgbClr val="1B0C2E"/>
                </a:solidFill>
                <a:latin typeface="Arial"/>
                <a:ea typeface="Arial"/>
                <a:cs typeface="Arial"/>
                <a:sym typeface="Arial"/>
              </a:endParaRPr>
            </a:p>
            <a:p>
              <a:pPr indent="0" lvl="0" marL="0" marR="0" rtl="0" algn="l">
                <a:spcBef>
                  <a:spcPts val="0"/>
                </a:spcBef>
                <a:spcAft>
                  <a:spcPts val="0"/>
                </a:spcAft>
                <a:buNone/>
              </a:pPr>
              <a:r>
                <a:t/>
              </a:r>
              <a:endParaRPr sz="2263">
                <a:solidFill>
                  <a:srgbClr val="1B0C2E"/>
                </a:solidFill>
                <a:latin typeface="Arial"/>
                <a:ea typeface="Arial"/>
                <a:cs typeface="Arial"/>
                <a:sym typeface="Arial"/>
              </a:endParaRPr>
            </a:p>
          </p:txBody>
        </p:sp>
        <p:pic>
          <p:nvPicPr>
            <p:cNvPr descr="Une image contenant Graphique, Police, logo, blanc&#10;&#10;Le contenu généré par l’IA peut être incorrect." id="139" name="Google Shape;139;p6"/>
            <p:cNvPicPr preferRelativeResize="0"/>
            <p:nvPr/>
          </p:nvPicPr>
          <p:blipFill rotWithShape="1">
            <a:blip r:embed="rId3">
              <a:alphaModFix/>
            </a:blip>
            <a:srcRect b="0" l="0" r="0" t="0"/>
            <a:stretch/>
          </p:blipFill>
          <p:spPr>
            <a:xfrm>
              <a:off x="-23128" y="2013758"/>
              <a:ext cx="817103" cy="817103"/>
            </a:xfrm>
            <a:prstGeom prst="rect">
              <a:avLst/>
            </a:prstGeom>
            <a:noFill/>
            <a:ln>
              <a:noFill/>
            </a:ln>
          </p:spPr>
        </p:pic>
      </p:grpSp>
      <p:grpSp>
        <p:nvGrpSpPr>
          <p:cNvPr id="140" name="Google Shape;140;p6"/>
          <p:cNvGrpSpPr/>
          <p:nvPr/>
        </p:nvGrpSpPr>
        <p:grpSpPr>
          <a:xfrm>
            <a:off x="195016" y="552609"/>
            <a:ext cx="10222120" cy="1747379"/>
            <a:chOff x="-23128" y="375585"/>
            <a:chExt cx="10222120" cy="1747379"/>
          </a:xfrm>
        </p:grpSpPr>
        <p:pic>
          <p:nvPicPr>
            <p:cNvPr descr="Une image contenant Graphique, Police, logo, blanc&#10;&#10;Le contenu généré par l’IA peut être incorrect." id="141" name="Google Shape;141;p6"/>
            <p:cNvPicPr preferRelativeResize="0"/>
            <p:nvPr/>
          </p:nvPicPr>
          <p:blipFill rotWithShape="1">
            <a:blip r:embed="rId3">
              <a:alphaModFix/>
            </a:blip>
            <a:srcRect b="0" l="0" r="0" t="0"/>
            <a:stretch/>
          </p:blipFill>
          <p:spPr>
            <a:xfrm>
              <a:off x="-23128" y="375585"/>
              <a:ext cx="817103" cy="817103"/>
            </a:xfrm>
            <a:prstGeom prst="rect">
              <a:avLst/>
            </a:prstGeom>
            <a:noFill/>
            <a:ln>
              <a:noFill/>
            </a:ln>
          </p:spPr>
        </p:pic>
        <p:sp>
          <p:nvSpPr>
            <p:cNvPr id="142" name="Google Shape;142;p6"/>
            <p:cNvSpPr txBox="1"/>
            <p:nvPr/>
          </p:nvSpPr>
          <p:spPr>
            <a:xfrm>
              <a:off x="857236" y="584081"/>
              <a:ext cx="9341756" cy="15388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Données accessibles ou fictives</a:t>
              </a:r>
              <a:endParaRPr/>
            </a:p>
            <a:p>
              <a:pPr indent="-111125" lvl="0" marL="111125" marR="0" rtl="0" algn="l">
                <a:spcBef>
                  <a:spcPts val="0"/>
                </a:spcBef>
                <a:spcAft>
                  <a:spcPts val="0"/>
                </a:spcAft>
                <a:buClr>
                  <a:schemeClr val="dk1"/>
                </a:buClr>
                <a:buSzPts val="1400"/>
                <a:buFont typeface="Arial"/>
                <a:buChar char="•"/>
              </a:pPr>
              <a:r>
                <a:rPr lang="en-CA" sz="1400">
                  <a:solidFill>
                    <a:schemeClr val="dk1"/>
                  </a:solidFill>
                  <a:latin typeface="Calibri"/>
                  <a:ea typeface="Calibri"/>
                  <a:cs typeface="Calibri"/>
                  <a:sym typeface="Calibri"/>
                </a:rPr>
                <a:t>Sources publiques officielles : Santé Canada, EPA, COFEPRIS, AGROFIT, DGSA Uruguay, bases européennes référencées par l'EPPO (e-Phy, BVL, Fytoweb, MAPA, Banca Dati).</a:t>
              </a:r>
              <a:endParaRPr/>
            </a:p>
            <a:p>
              <a:pPr indent="-111125" lvl="0" marL="111125" marR="0" rtl="0" algn="l">
                <a:spcBef>
                  <a:spcPts val="0"/>
                </a:spcBef>
                <a:spcAft>
                  <a:spcPts val="0"/>
                </a:spcAft>
                <a:buClr>
                  <a:schemeClr val="dk1"/>
                </a:buClr>
                <a:buSzPts val="1400"/>
                <a:buFont typeface="Arial"/>
                <a:buChar char="•"/>
              </a:pPr>
              <a:r>
                <a:rPr lang="en-CA" sz="1400">
                  <a:solidFill>
                    <a:schemeClr val="dk1"/>
                  </a:solidFill>
                  <a:latin typeface="Calibri"/>
                  <a:ea typeface="Calibri"/>
                  <a:cs typeface="Calibri"/>
                  <a:sym typeface="Calibri"/>
                </a:rPr>
                <a:t>Formats variés : pages web, Excel, CSV, JSON, XML, PDF. Des données fictives peuvent compléter les sources difficiles d'accès si elles sont marquées comme telles dans les données elles-mêmes. Lorsqu'une source limite la redistribution ou exige une inscription (Fytoweb, AgroAPI d'Embrapa), remettre le script de collecte plutôt que les données brutes</a:t>
              </a:r>
              <a:endParaRPr sz="1400">
                <a:solidFill>
                  <a:schemeClr val="dk1"/>
                </a:solidFill>
                <a:latin typeface="Calibri"/>
                <a:ea typeface="Calibri"/>
                <a:cs typeface="Calibri"/>
                <a:sym typeface="Calibri"/>
              </a:endParaRPr>
            </a:p>
          </p:txBody>
        </p:sp>
      </p:grpSp>
      <p:grpSp>
        <p:nvGrpSpPr>
          <p:cNvPr id="143" name="Google Shape;143;p6"/>
          <p:cNvGrpSpPr/>
          <p:nvPr/>
        </p:nvGrpSpPr>
        <p:grpSpPr>
          <a:xfrm>
            <a:off x="258276" y="4758643"/>
            <a:ext cx="10095598" cy="1596019"/>
            <a:chOff x="40132" y="4455746"/>
            <a:chExt cx="10095598" cy="1596019"/>
          </a:xfrm>
        </p:grpSpPr>
        <p:pic>
          <p:nvPicPr>
            <p:cNvPr descr="Une image contenant Graphique, Police, logo, blanc&#10;&#10;Le contenu généré par l’IA peut être incorrect." id="144" name="Google Shape;144;p6"/>
            <p:cNvPicPr preferRelativeResize="0"/>
            <p:nvPr/>
          </p:nvPicPr>
          <p:blipFill rotWithShape="1">
            <a:blip r:embed="rId3">
              <a:alphaModFix/>
            </a:blip>
            <a:srcRect b="0" l="0" r="0" t="0"/>
            <a:stretch/>
          </p:blipFill>
          <p:spPr>
            <a:xfrm>
              <a:off x="40132" y="4455746"/>
              <a:ext cx="817103" cy="817103"/>
            </a:xfrm>
            <a:prstGeom prst="rect">
              <a:avLst/>
            </a:prstGeom>
            <a:noFill/>
            <a:ln>
              <a:noFill/>
            </a:ln>
          </p:spPr>
        </p:pic>
        <p:sp>
          <p:nvSpPr>
            <p:cNvPr id="145" name="Google Shape;145;p6"/>
            <p:cNvSpPr txBox="1"/>
            <p:nvPr/>
          </p:nvSpPr>
          <p:spPr>
            <a:xfrm>
              <a:off x="793974" y="4589826"/>
              <a:ext cx="9341756" cy="14619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chemeClr val="dk1"/>
                  </a:solidFill>
                  <a:latin typeface="Calibri"/>
                  <a:ea typeface="Calibri"/>
                  <a:cs typeface="Calibri"/>
                  <a:sym typeface="Calibri"/>
                </a:rPr>
                <a:t>Ressources mises à disposition</a:t>
              </a:r>
              <a:endParaRPr/>
            </a:p>
            <a:p>
              <a:pPr indent="-111125" lvl="0" marL="111125" marR="0" rtl="0" algn="l">
                <a:spcBef>
                  <a:spcPts val="0"/>
                </a:spcBef>
                <a:spcAft>
                  <a:spcPts val="0"/>
                </a:spcAft>
                <a:buClr>
                  <a:schemeClr val="dk1"/>
                </a:buClr>
                <a:buSzPts val="1300"/>
                <a:buFont typeface="Arial"/>
                <a:buChar char="•"/>
              </a:pPr>
              <a:r>
                <a:rPr lang="en-CA" sz="1300">
                  <a:solidFill>
                    <a:schemeClr val="dk1"/>
                  </a:solidFill>
                  <a:latin typeface="Calibri"/>
                  <a:ea typeface="Calibri"/>
                  <a:cs typeface="Calibri"/>
                  <a:sym typeface="Calibri"/>
                </a:rPr>
                <a:t>Extraits et liens vers des sources officielles, produits pilotes LALSTOP CONTANS WG, LALSTOP G46 WG et LALGUARD M52 OD, plus un ou deux produits concurrents avec exemples non exhaustifs de noms commerciaux alternatifs ou produits soeurs aux produits pilotes.</a:t>
              </a:r>
              <a:endParaRPr/>
            </a:p>
            <a:p>
              <a:pPr indent="-111125" lvl="0" marL="111125" marR="0" rtl="0" algn="l">
                <a:spcBef>
                  <a:spcPts val="0"/>
                </a:spcBef>
                <a:spcAft>
                  <a:spcPts val="0"/>
                </a:spcAft>
                <a:buClr>
                  <a:schemeClr val="dk1"/>
                </a:buClr>
                <a:buSzPts val="1300"/>
                <a:buFont typeface="Arial"/>
                <a:buChar char="•"/>
              </a:pPr>
              <a:r>
                <a:rPr lang="en-CA" sz="1300">
                  <a:solidFill>
                    <a:schemeClr val="dk1"/>
                  </a:solidFill>
                  <a:latin typeface="Calibri"/>
                  <a:ea typeface="Calibri"/>
                  <a:cs typeface="Calibri"/>
                  <a:sym typeface="Calibri"/>
                </a:rPr>
                <a:t>Dictionnaire de champs, premier jeu de correspondances EPPO, modèle de données indicatif et exemples de questions métier.</a:t>
              </a:r>
              <a:endParaRPr/>
            </a:p>
            <a:p>
              <a:pPr indent="-111125" lvl="0" marL="111125" marR="0" rtl="0" algn="l">
                <a:spcBef>
                  <a:spcPts val="0"/>
                </a:spcBef>
                <a:spcAft>
                  <a:spcPts val="0"/>
                </a:spcAft>
                <a:buClr>
                  <a:schemeClr val="dk1"/>
                </a:buClr>
                <a:buSzPts val="1300"/>
                <a:buFont typeface="Arial"/>
                <a:buChar char="•"/>
              </a:pPr>
              <a:r>
                <a:rPr lang="en-CA" sz="1300">
                  <a:solidFill>
                    <a:schemeClr val="dk1"/>
                  </a:solidFill>
                  <a:latin typeface="Calibri"/>
                  <a:ea typeface="Calibri"/>
                  <a:cs typeface="Calibri"/>
                  <a:sym typeface="Calibri"/>
                </a:rPr>
                <a:t>Dépôt de départ GitHub : schéma de données canonique, dictionnaire de champs, contrat d'API minimal, registre des sources, script d'évaluation et premières correspondances EPPO. Exemples de questions métier.</a:t>
              </a:r>
              <a:endParaRPr i="1" sz="1500">
                <a:solidFill>
                  <a:schemeClr val="dk1"/>
                </a:solidFill>
                <a:latin typeface="Calibri"/>
                <a:ea typeface="Calibri"/>
                <a:cs typeface="Calibri"/>
                <a:sym typeface="Calibri"/>
              </a:endParaRPr>
            </a:p>
          </p:txBody>
        </p:sp>
      </p:grpSp>
      <p:grpSp>
        <p:nvGrpSpPr>
          <p:cNvPr id="146" name="Google Shape;146;p6"/>
          <p:cNvGrpSpPr/>
          <p:nvPr/>
        </p:nvGrpSpPr>
        <p:grpSpPr>
          <a:xfrm>
            <a:off x="195014" y="3452398"/>
            <a:ext cx="10158860" cy="1796853"/>
            <a:chOff x="40132" y="3380768"/>
            <a:chExt cx="10158860" cy="1796853"/>
          </a:xfrm>
        </p:grpSpPr>
        <p:sp>
          <p:nvSpPr>
            <p:cNvPr id="147" name="Google Shape;147;p6"/>
            <p:cNvSpPr txBox="1"/>
            <p:nvPr/>
          </p:nvSpPr>
          <p:spPr>
            <a:xfrm>
              <a:off x="857235" y="3505945"/>
              <a:ext cx="9341757" cy="16716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0000"/>
                  </a:solidFill>
                  <a:latin typeface="Calibri"/>
                  <a:ea typeface="Calibri"/>
                  <a:cs typeface="Calibri"/>
                  <a:sym typeface="Calibri"/>
                </a:rPr>
                <a:t>Technologies existantes ou écosystème </a:t>
              </a:r>
              <a:endParaRPr sz="1600">
                <a:solidFill>
                  <a:srgbClr val="000000"/>
                </a:solidFill>
                <a:latin typeface="Calibri"/>
                <a:ea typeface="Calibri"/>
                <a:cs typeface="Calibri"/>
                <a:sym typeface="Calibri"/>
              </a:endParaRPr>
            </a:p>
            <a:p>
              <a:pPr indent="-111125" lvl="0" marL="111125" marR="0" rtl="0" algn="l">
                <a:spcBef>
                  <a:spcPts val="0"/>
                </a:spcBef>
                <a:spcAft>
                  <a:spcPts val="0"/>
                </a:spcAft>
                <a:buClr>
                  <a:schemeClr val="dk1"/>
                </a:buClr>
                <a:buSzPts val="1400"/>
                <a:buFont typeface="Arial"/>
                <a:buChar char="•"/>
              </a:pPr>
              <a:r>
                <a:rPr b="0" lang="en-CA" sz="1400">
                  <a:solidFill>
                    <a:schemeClr val="dk1"/>
                  </a:solidFill>
                  <a:latin typeface="Calibri"/>
                  <a:ea typeface="Calibri"/>
                  <a:cs typeface="Calibri"/>
                  <a:sym typeface="Calibri"/>
                </a:rPr>
                <a:t>Liberté technologique complète, mais interopérabilité avec l'écosystème Microsoft 365 de Lallemand : API REST, connecteur Power Platform, Copilot Studio, Dataverse, SharePoint, Azure, Entra ID.</a:t>
              </a:r>
              <a:endParaRPr/>
            </a:p>
            <a:p>
              <a:pPr indent="-111125" lvl="0" marL="111125" marR="0" rtl="0" algn="l">
                <a:spcBef>
                  <a:spcPts val="0"/>
                </a:spcBef>
                <a:spcAft>
                  <a:spcPts val="0"/>
                </a:spcAft>
                <a:buClr>
                  <a:schemeClr val="dk1"/>
                </a:buClr>
                <a:buSzPts val="1400"/>
                <a:buFont typeface="Arial"/>
                <a:buChar char="•"/>
              </a:pPr>
              <a:r>
                <a:rPr lang="en-CA" sz="1400">
                  <a:solidFill>
                    <a:schemeClr val="dk1"/>
                  </a:solidFill>
                  <a:latin typeface="Calibri"/>
                  <a:ea typeface="Calibri"/>
                  <a:cs typeface="Calibri"/>
                  <a:sym typeface="Calibri"/>
                </a:rPr>
                <a:t>La solution doit pouvoir être reprise, modifiée et améliorée par LPC après le hackathon : fournisseur de modèle d'IA interchangeable par configuration, aucune clé d'API personnelle requise</a:t>
              </a:r>
              <a:r>
                <a:rPr b="0" lang="en-CA" sz="1400">
                  <a:solidFill>
                    <a:schemeClr val="dk1"/>
                  </a:solidFill>
                  <a:latin typeface="Calibri"/>
                  <a:ea typeface="Calibri"/>
                  <a:cs typeface="Calibri"/>
                  <a:sym typeface="Calibri"/>
                </a:rPr>
                <a:t>.</a:t>
              </a:r>
              <a:endParaRPr sz="1400">
                <a:solidFill>
                  <a:srgbClr val="1B0C2E"/>
                </a:solidFill>
                <a:latin typeface="Arial"/>
                <a:ea typeface="Arial"/>
                <a:cs typeface="Arial"/>
                <a:sym typeface="Arial"/>
              </a:endParaRPr>
            </a:p>
            <a:p>
              <a:pPr indent="0" lvl="0" marL="0" marR="0" rtl="0" algn="l">
                <a:spcBef>
                  <a:spcPts val="0"/>
                </a:spcBef>
                <a:spcAft>
                  <a:spcPts val="0"/>
                </a:spcAft>
                <a:buNone/>
              </a:pPr>
              <a:r>
                <a:t/>
              </a:r>
              <a:endParaRPr sz="2263">
                <a:solidFill>
                  <a:srgbClr val="1B0C2E"/>
                </a:solidFill>
                <a:latin typeface="Arial"/>
                <a:ea typeface="Arial"/>
                <a:cs typeface="Arial"/>
                <a:sym typeface="Arial"/>
              </a:endParaRPr>
            </a:p>
          </p:txBody>
        </p:sp>
        <p:pic>
          <p:nvPicPr>
            <p:cNvPr descr="Une image contenant Graphique, Police, logo, blanc&#10;&#10;Le contenu généré par l’IA peut être incorrect." id="148" name="Google Shape;148;p6"/>
            <p:cNvPicPr preferRelativeResize="0"/>
            <p:nvPr/>
          </p:nvPicPr>
          <p:blipFill rotWithShape="1">
            <a:blip r:embed="rId3">
              <a:alphaModFix/>
            </a:blip>
            <a:srcRect b="0" l="0" r="0" t="0"/>
            <a:stretch/>
          </p:blipFill>
          <p:spPr>
            <a:xfrm>
              <a:off x="40132" y="3380768"/>
              <a:ext cx="817103" cy="817103"/>
            </a:xfrm>
            <a:prstGeom prst="rect">
              <a:avLst/>
            </a:prstGeom>
            <a:noFill/>
            <a:ln>
              <a:noFill/>
            </a:ln>
          </p:spPr>
        </p:pic>
      </p:grpSp>
      <p:pic>
        <p:nvPicPr>
          <p:cNvPr descr="Une image contenant Graphique, Police, logo, graphisme&#10;&#10;Le contenu généré par l’IA peut être incorrect." id="149" name="Google Shape;149;p6"/>
          <p:cNvPicPr preferRelativeResize="0"/>
          <p:nvPr/>
        </p:nvPicPr>
        <p:blipFill rotWithShape="1">
          <a:blip r:embed="rId4">
            <a:alphaModFix/>
          </a:blip>
          <a:srcRect b="0" l="0" r="0" t="0"/>
          <a:stretch/>
        </p:blipFill>
        <p:spPr>
          <a:xfrm>
            <a:off x="9398643" y="6837783"/>
            <a:ext cx="1156804" cy="650703"/>
          </a:xfrm>
          <a:prstGeom prst="rect">
            <a:avLst/>
          </a:prstGeom>
          <a:noFill/>
          <a:ln>
            <a:noFill/>
          </a:ln>
        </p:spPr>
      </p:pic>
      <p:pic>
        <p:nvPicPr>
          <p:cNvPr id="150" name="Google Shape;150;p6"/>
          <p:cNvPicPr preferRelativeResize="0"/>
          <p:nvPr/>
        </p:nvPicPr>
        <p:blipFill rotWithShape="1">
          <a:blip r:embed="rId5">
            <a:alphaModFix/>
          </a:blip>
          <a:srcRect b="0" l="0" r="0" t="0"/>
          <a:stretch/>
        </p:blipFill>
        <p:spPr>
          <a:xfrm>
            <a:off x="0" y="6579089"/>
            <a:ext cx="8520056" cy="980586"/>
          </a:xfrm>
          <a:prstGeom prst="rect">
            <a:avLst/>
          </a:prstGeom>
          <a:noFill/>
          <a:ln>
            <a:noFill/>
          </a:ln>
        </p:spPr>
      </p:pic>
      <p:pic>
        <p:nvPicPr>
          <p:cNvPr id="151" name="Google Shape;151;p6"/>
          <p:cNvPicPr preferRelativeResize="0"/>
          <p:nvPr/>
        </p:nvPicPr>
        <p:blipFill rotWithShape="1">
          <a:blip r:embed="rId6">
            <a:alphaModFix/>
          </a:blip>
          <a:srcRect b="0" l="38484" r="0" t="0"/>
          <a:stretch/>
        </p:blipFill>
        <p:spPr>
          <a:xfrm>
            <a:off x="7401256" y="6579089"/>
            <a:ext cx="3450420" cy="9805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nvSpPr>
        <p:spPr>
          <a:xfrm>
            <a:off x="15152914" y="-682171"/>
            <a:ext cx="184731" cy="408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53">
              <a:solidFill>
                <a:schemeClr val="dk1"/>
              </a:solidFill>
              <a:latin typeface="Calibri"/>
              <a:ea typeface="Calibri"/>
              <a:cs typeface="Calibri"/>
              <a:sym typeface="Calibri"/>
            </a:endParaRPr>
          </a:p>
        </p:txBody>
      </p:sp>
      <p:sp>
        <p:nvSpPr>
          <p:cNvPr id="157" name="Google Shape;157;p7"/>
          <p:cNvSpPr txBox="1"/>
          <p:nvPr/>
        </p:nvSpPr>
        <p:spPr>
          <a:xfrm>
            <a:off x="6108700" y="448842"/>
            <a:ext cx="4308436"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CA" sz="2000">
                <a:solidFill>
                  <a:srgbClr val="1B0C2E"/>
                </a:solidFill>
                <a:latin typeface="Arial"/>
                <a:ea typeface="Arial"/>
                <a:cs typeface="Arial"/>
                <a:sym typeface="Arial"/>
              </a:rPr>
              <a:t>Lallemand Plant Care</a:t>
            </a:r>
            <a:endParaRPr sz="2000">
              <a:solidFill>
                <a:srgbClr val="1B0C2E"/>
              </a:solidFill>
              <a:latin typeface="Arial"/>
              <a:ea typeface="Arial"/>
              <a:cs typeface="Arial"/>
              <a:sym typeface="Arial"/>
            </a:endParaRPr>
          </a:p>
        </p:txBody>
      </p:sp>
      <p:grpSp>
        <p:nvGrpSpPr>
          <p:cNvPr id="158" name="Google Shape;158;p7"/>
          <p:cNvGrpSpPr/>
          <p:nvPr/>
        </p:nvGrpSpPr>
        <p:grpSpPr>
          <a:xfrm>
            <a:off x="134754" y="2759034"/>
            <a:ext cx="10158860" cy="1831055"/>
            <a:chOff x="-23128" y="2013758"/>
            <a:chExt cx="10158860" cy="1831055"/>
          </a:xfrm>
        </p:grpSpPr>
        <p:sp>
          <p:nvSpPr>
            <p:cNvPr id="159" name="Google Shape;159;p7"/>
            <p:cNvSpPr txBox="1"/>
            <p:nvPr/>
          </p:nvSpPr>
          <p:spPr>
            <a:xfrm>
              <a:off x="793975" y="2152042"/>
              <a:ext cx="9341757"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0000"/>
                  </a:solidFill>
                  <a:latin typeface="Calibri"/>
                  <a:ea typeface="Calibri"/>
                  <a:cs typeface="Calibri"/>
                  <a:sym typeface="Calibri"/>
                </a:rPr>
                <a:t>Ce qu'on veut éviter</a:t>
              </a:r>
              <a:endParaRPr b="0" sz="1600">
                <a:solidFill>
                  <a:srgbClr val="000000"/>
                </a:solidFill>
                <a:latin typeface="Calibri"/>
                <a:ea typeface="Calibri"/>
                <a:cs typeface="Calibri"/>
                <a:sym typeface="Calibri"/>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Un simple chatbot faisant une recherche web non contrôlée, ou des réponses sans source.</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Une interface attrayante sans modèle de données, limitée à une seule base ou un seul format.</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Une donnée extraite présentée comme validée, ou un prototype fermé sans API ni export.</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Un prototype figé que LPC ne pourrait ni modifier ni enrichir, ou dont la logique reste enfermée dans une interface web ou un compte personnel.</a:t>
              </a:r>
              <a:endParaRPr/>
            </a:p>
          </p:txBody>
        </p:sp>
        <p:pic>
          <p:nvPicPr>
            <p:cNvPr descr="Une image contenant Graphique, Police, logo, blanc&#10;&#10;Le contenu généré par l’IA peut être incorrect." id="160" name="Google Shape;160;p7"/>
            <p:cNvPicPr preferRelativeResize="0"/>
            <p:nvPr/>
          </p:nvPicPr>
          <p:blipFill rotWithShape="1">
            <a:blip r:embed="rId3">
              <a:alphaModFix/>
            </a:blip>
            <a:srcRect b="0" l="0" r="0" t="0"/>
            <a:stretch/>
          </p:blipFill>
          <p:spPr>
            <a:xfrm>
              <a:off x="-23128" y="2013758"/>
              <a:ext cx="817103" cy="817103"/>
            </a:xfrm>
            <a:prstGeom prst="rect">
              <a:avLst/>
            </a:prstGeom>
            <a:noFill/>
            <a:ln>
              <a:noFill/>
            </a:ln>
          </p:spPr>
        </p:pic>
      </p:grpSp>
      <p:grpSp>
        <p:nvGrpSpPr>
          <p:cNvPr id="161" name="Google Shape;161;p7"/>
          <p:cNvGrpSpPr/>
          <p:nvPr/>
        </p:nvGrpSpPr>
        <p:grpSpPr>
          <a:xfrm>
            <a:off x="134754" y="901615"/>
            <a:ext cx="10420693" cy="1901267"/>
            <a:chOff x="-23128" y="375585"/>
            <a:chExt cx="10420693" cy="1901267"/>
          </a:xfrm>
        </p:grpSpPr>
        <p:pic>
          <p:nvPicPr>
            <p:cNvPr descr="Une image contenant Graphique, Police, logo, blanc&#10;&#10;Le contenu généré par l’IA peut être incorrect." id="162" name="Google Shape;162;p7"/>
            <p:cNvPicPr preferRelativeResize="0"/>
            <p:nvPr/>
          </p:nvPicPr>
          <p:blipFill rotWithShape="1">
            <a:blip r:embed="rId3">
              <a:alphaModFix/>
            </a:blip>
            <a:srcRect b="0" l="0" r="0" t="0"/>
            <a:stretch/>
          </p:blipFill>
          <p:spPr>
            <a:xfrm>
              <a:off x="-23128" y="375585"/>
              <a:ext cx="817103" cy="817103"/>
            </a:xfrm>
            <a:prstGeom prst="rect">
              <a:avLst/>
            </a:prstGeom>
            <a:noFill/>
            <a:ln>
              <a:noFill/>
            </a:ln>
          </p:spPr>
        </p:pic>
        <p:sp>
          <p:nvSpPr>
            <p:cNvPr id="163" name="Google Shape;163;p7"/>
            <p:cNvSpPr txBox="1"/>
            <p:nvPr/>
          </p:nvSpPr>
          <p:spPr>
            <a:xfrm>
              <a:off x="857235" y="584081"/>
              <a:ext cx="9540330"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0000"/>
                  </a:solidFill>
                  <a:latin typeface="Calibri"/>
                  <a:ea typeface="Calibri"/>
                  <a:cs typeface="Calibri"/>
                  <a:sym typeface="Calibri"/>
                </a:rPr>
                <a:t>Ce qu'on attend idéalement comme livrable</a:t>
              </a:r>
              <a:endParaRPr b="0" sz="1600">
                <a:solidFill>
                  <a:srgbClr val="000000"/>
                </a:solidFill>
                <a:latin typeface="Calibri"/>
                <a:ea typeface="Calibri"/>
                <a:cs typeface="Calibri"/>
                <a:sym typeface="Calibri"/>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Prototype couvrant la chaîne collecte, extraction IA, normalisation, recherche et comparaison.</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Modèle de données, tableau produit x pays x usage, retour à la source et preuve d'interopérabilité M365.</a:t>
              </a:r>
              <a:endParaRPr/>
            </a:p>
            <a:p>
              <a:pPr indent="-111125" lvl="0" marL="111125" marR="0" rtl="0" algn="l">
                <a:spcBef>
                  <a:spcPts val="0"/>
                </a:spcBef>
                <a:spcAft>
                  <a:spcPts val="0"/>
                </a:spcAft>
                <a:buClr>
                  <a:srgbClr val="000000"/>
                </a:buClr>
                <a:buSzPts val="1600"/>
                <a:buFont typeface="Arial"/>
                <a:buChar char="•"/>
              </a:pPr>
              <a:r>
                <a:rPr b="1" lang="en-CA" sz="1600">
                  <a:solidFill>
                    <a:srgbClr val="000000"/>
                  </a:solidFill>
                  <a:latin typeface="Calibri"/>
                  <a:ea typeface="Calibri"/>
                  <a:cs typeface="Calibri"/>
                  <a:sym typeface="Calibri"/>
                </a:rPr>
                <a:t>Livrable principal :</a:t>
              </a:r>
              <a:r>
                <a:rPr b="0" lang="en-CA" sz="1600">
                  <a:solidFill>
                    <a:srgbClr val="000000"/>
                  </a:solidFill>
                  <a:latin typeface="Calibri"/>
                  <a:ea typeface="Calibri"/>
                  <a:cs typeface="Calibri"/>
                  <a:sym typeface="Calibri"/>
                </a:rPr>
                <a:t> un dépôt Git complet remis à LPC, dans la structure du dépôt de départ (code, documentation, prompts, jeu d'évaluation, infrastructure décrite en code, composants Microsoft 365 exportés). À la remise, le prototype sera relancé à partir du seul README.</a:t>
              </a:r>
              <a:endParaRPr/>
            </a:p>
          </p:txBody>
        </p:sp>
      </p:grpSp>
      <p:grpSp>
        <p:nvGrpSpPr>
          <p:cNvPr id="164" name="Google Shape;164;p7"/>
          <p:cNvGrpSpPr/>
          <p:nvPr/>
        </p:nvGrpSpPr>
        <p:grpSpPr>
          <a:xfrm>
            <a:off x="166948" y="4624428"/>
            <a:ext cx="10250188" cy="1580848"/>
            <a:chOff x="40132" y="3711831"/>
            <a:chExt cx="10250188" cy="1580848"/>
          </a:xfrm>
        </p:grpSpPr>
        <p:sp>
          <p:nvSpPr>
            <p:cNvPr id="165" name="Google Shape;165;p7"/>
            <p:cNvSpPr txBox="1"/>
            <p:nvPr/>
          </p:nvSpPr>
          <p:spPr>
            <a:xfrm>
              <a:off x="857235" y="3846129"/>
              <a:ext cx="9433085"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A" sz="2400">
                  <a:solidFill>
                    <a:srgbClr val="000000"/>
                  </a:solidFill>
                  <a:latin typeface="Calibri"/>
                  <a:ea typeface="Calibri"/>
                  <a:cs typeface="Calibri"/>
                  <a:sym typeface="Calibri"/>
                </a:rPr>
                <a:t>Ce qu'on est curieux de voir émerger</a:t>
              </a:r>
              <a:endParaRPr b="0" sz="1600">
                <a:solidFill>
                  <a:srgbClr val="000000"/>
                </a:solidFill>
                <a:latin typeface="Calibri"/>
                <a:ea typeface="Calibri"/>
                <a:cs typeface="Calibri"/>
                <a:sym typeface="Calibri"/>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Détection automatique des changements et alertes d'expiration ou de retrait d'homologation.</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Cartographie produit x culture x pays et analyse de l'empreinte réglementaire d'un concurrent.</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Graphe de connaissances et scores de confiance.</a:t>
              </a:r>
              <a:endParaRPr/>
            </a:p>
            <a:p>
              <a:pPr indent="-111125" lvl="0" marL="111125" marR="0" rtl="0" algn="l">
                <a:spcBef>
                  <a:spcPts val="0"/>
                </a:spcBef>
                <a:spcAft>
                  <a:spcPts val="0"/>
                </a:spcAft>
                <a:buClr>
                  <a:srgbClr val="000000"/>
                </a:buClr>
                <a:buSzPts val="1600"/>
                <a:buFont typeface="Arial"/>
                <a:buChar char="•"/>
              </a:pPr>
              <a:r>
                <a:rPr b="0" lang="en-CA" sz="1600">
                  <a:solidFill>
                    <a:srgbClr val="000000"/>
                  </a:solidFill>
                  <a:latin typeface="Calibri"/>
                  <a:ea typeface="Calibri"/>
                  <a:cs typeface="Calibri"/>
                  <a:sym typeface="Calibri"/>
                </a:rPr>
                <a:t>Détection de produits sœurs et graphe de correspondance entre marques, compositions, usages et marchés.</a:t>
              </a:r>
              <a:endParaRPr/>
            </a:p>
          </p:txBody>
        </p:sp>
        <p:pic>
          <p:nvPicPr>
            <p:cNvPr descr="Une image contenant Graphique, Police, logo, blanc&#10;&#10;Le contenu généré par l’IA peut être incorrect." id="166" name="Google Shape;166;p7"/>
            <p:cNvPicPr preferRelativeResize="0"/>
            <p:nvPr/>
          </p:nvPicPr>
          <p:blipFill rotWithShape="1">
            <a:blip r:embed="rId3">
              <a:alphaModFix/>
            </a:blip>
            <a:srcRect b="0" l="0" r="0" t="0"/>
            <a:stretch/>
          </p:blipFill>
          <p:spPr>
            <a:xfrm>
              <a:off x="40132" y="3711831"/>
              <a:ext cx="817103" cy="817103"/>
            </a:xfrm>
            <a:prstGeom prst="rect">
              <a:avLst/>
            </a:prstGeom>
            <a:noFill/>
            <a:ln>
              <a:noFill/>
            </a:ln>
          </p:spPr>
        </p:pic>
      </p:grpSp>
      <p:pic>
        <p:nvPicPr>
          <p:cNvPr descr="Une image contenant Graphique, Police, logo, graphisme&#10;&#10;Le contenu généré par l’IA peut être incorrect." id="167" name="Google Shape;167;p7"/>
          <p:cNvPicPr preferRelativeResize="0"/>
          <p:nvPr/>
        </p:nvPicPr>
        <p:blipFill rotWithShape="1">
          <a:blip r:embed="rId4">
            <a:alphaModFix/>
          </a:blip>
          <a:srcRect b="0" l="0" r="0" t="0"/>
          <a:stretch/>
        </p:blipFill>
        <p:spPr>
          <a:xfrm>
            <a:off x="9398643" y="6837783"/>
            <a:ext cx="1156804" cy="650703"/>
          </a:xfrm>
          <a:prstGeom prst="rect">
            <a:avLst/>
          </a:prstGeom>
          <a:noFill/>
          <a:ln>
            <a:noFill/>
          </a:ln>
        </p:spPr>
      </p:pic>
      <p:pic>
        <p:nvPicPr>
          <p:cNvPr id="168" name="Google Shape;168;p7"/>
          <p:cNvPicPr preferRelativeResize="0"/>
          <p:nvPr/>
        </p:nvPicPr>
        <p:blipFill rotWithShape="1">
          <a:blip r:embed="rId5">
            <a:alphaModFix/>
          </a:blip>
          <a:srcRect b="0" l="0" r="0" t="0"/>
          <a:stretch/>
        </p:blipFill>
        <p:spPr>
          <a:xfrm>
            <a:off x="0" y="6579089"/>
            <a:ext cx="8520056" cy="980586"/>
          </a:xfrm>
          <a:prstGeom prst="rect">
            <a:avLst/>
          </a:prstGeom>
          <a:noFill/>
          <a:ln>
            <a:noFill/>
          </a:ln>
        </p:spPr>
      </p:pic>
      <p:pic>
        <p:nvPicPr>
          <p:cNvPr id="169" name="Google Shape;169;p7"/>
          <p:cNvPicPr preferRelativeResize="0"/>
          <p:nvPr/>
        </p:nvPicPr>
        <p:blipFill rotWithShape="1">
          <a:blip r:embed="rId6">
            <a:alphaModFix/>
          </a:blip>
          <a:srcRect b="0" l="38484" r="0" t="0"/>
          <a:stretch/>
        </p:blipFill>
        <p:spPr>
          <a:xfrm>
            <a:off x="7401256" y="6579089"/>
            <a:ext cx="3450420" cy="9805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Matias Estaño</dc:creator>
</cp:coreProperties>
</file>