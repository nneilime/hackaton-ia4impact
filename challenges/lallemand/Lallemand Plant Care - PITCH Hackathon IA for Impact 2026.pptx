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10"/>
  </p:notesMasterIdLst>
  <p:handoutMasterIdLst>
    <p:handoutMasterId r:id="rId11"/>
  </p:handoutMasterIdLst>
  <p:sldIdLst>
    <p:sldId id="292" r:id="rId5"/>
    <p:sldId id="979" r:id="rId6"/>
    <p:sldId id="981" r:id="rId7"/>
    <p:sldId id="980" r:id="rId8"/>
    <p:sldId id="98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39C9EEA-02D6-4A81-B17A-9126AB5AAF95}">
          <p14:sldIdLst>
            <p14:sldId id="292"/>
            <p14:sldId id="979"/>
            <p14:sldId id="981"/>
            <p14:sldId id="980"/>
            <p14:sldId id="9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el Matthieu" initials="NM" lastIdx="1" clrIdx="0">
    <p:extLst>
      <p:ext uri="{19B8F6BF-5375-455C-9EA6-DF929625EA0E}">
        <p15:presenceInfo xmlns:p15="http://schemas.microsoft.com/office/powerpoint/2012/main" userId="S::mnoel@lallemand.com::e7673c1b-3dea-4dbb-bae7-8123a99968eb" providerId="AD"/>
      </p:ext>
    </p:extLst>
  </p:cmAuthor>
  <p:cmAuthor id="2" name="Clement Sacha" initials="CS" lastIdx="7" clrIdx="1">
    <p:extLst>
      <p:ext uri="{19B8F6BF-5375-455C-9EA6-DF929625EA0E}">
        <p15:presenceInfo xmlns:p15="http://schemas.microsoft.com/office/powerpoint/2012/main" userId="S::sclement@lallemand.com::a26619f2-322a-4144-bf30-e2c2368755c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9295"/>
    <a:srgbClr val="EA1C2D"/>
    <a:srgbClr val="469658"/>
    <a:srgbClr val="E52B38"/>
    <a:srgbClr val="6B6B6B"/>
    <a:srgbClr val="C8C8C8"/>
    <a:srgbClr val="A1ACAD"/>
    <a:srgbClr val="B6C2CA"/>
    <a:srgbClr val="36424A"/>
    <a:srgbClr val="FBCC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828" autoAdjust="0"/>
  </p:normalViewPr>
  <p:slideViewPr>
    <p:cSldViewPr snapToGrid="0">
      <p:cViewPr varScale="1">
        <p:scale>
          <a:sx n="96" d="100"/>
          <a:sy n="96" d="100"/>
        </p:scale>
        <p:origin x="90" y="7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1CBB47-F1E4-49DC-9911-C4053389BB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923212-9628-4F1C-BB11-17A58B7457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9C816F-7100-4D78-AA61-D7A4BDE37DD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BB509-5322-4CBF-90E1-3F552F2311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0E11EB-C167-4E3A-A882-4034E2C913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9B2FF-2F2D-43D1-97F8-CE5F3422F8F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0134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B62BDB-B87B-BD4E-A6C8-5AB6ADFE17AE}" type="datetimeFigureOut">
              <a:rPr lang="fr-FR" smtClean="0"/>
              <a:pPr/>
              <a:t>29/09/2026</a:t>
            </a:fld>
            <a:endParaRPr lang="fr-FR"/>
          </a:p>
        </p:txBody>
      </p:sp>
      <p:sp>
        <p:nvSpPr>
          <p:cNvPr id="4" name="Espace réservé de l'image de diapositiv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4F111F-BDB1-1640-834F-86F1F8A2F73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8481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F111F-BDB1-1640-834F-86F1F8A2F73D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9037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027237" y="1940562"/>
            <a:ext cx="6588443" cy="238760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ct val="80000"/>
              </a:lnSpc>
              <a:defRPr sz="5400" b="1" i="0" cap="all" baseline="0">
                <a:latin typeface="Segoe UI Black" pitchFamily="34" charset="0"/>
                <a:ea typeface="Segoe UI Black" pitchFamily="34" charset="0"/>
              </a:defRPr>
            </a:lvl1pPr>
          </a:lstStyle>
          <a:p>
            <a:r>
              <a:rPr lang="en-US" noProof="0" dirty="0"/>
              <a:t>ADD A 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27238" y="4328163"/>
            <a:ext cx="6588444" cy="751838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buNone/>
              <a:defRPr sz="2400" b="0" i="0" cap="all" baseline="0">
                <a:latin typeface="+mn-lt"/>
                <a:ea typeface="Malgun Gothic" panose="020B0503020000020004" pitchFamily="34" charset="-127"/>
                <a:cs typeface="Malgun Gothic Semilight" panose="020B0502040204020203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Lallemand Plant Care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377463E7-BA09-48A8-ADE4-C0B0BDB49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26921" y="5286903"/>
            <a:ext cx="6588443" cy="587158"/>
          </a:xfrm>
        </p:spPr>
        <p:txBody>
          <a:bodyPr>
            <a:noAutofit/>
          </a:bodyPr>
          <a:lstStyle>
            <a:lvl1pPr marL="0" indent="0">
              <a:lnSpc>
                <a:spcPct val="50000"/>
              </a:lnSpc>
              <a:buNone/>
              <a:defRPr sz="1600"/>
            </a:lvl1pPr>
          </a:lstStyle>
          <a:p>
            <a:pPr lvl="0"/>
            <a:r>
              <a:rPr lang="en-US" noProof="0" dirty="0"/>
              <a:t>Name</a:t>
            </a:r>
          </a:p>
          <a:p>
            <a:pPr lvl="0"/>
            <a:r>
              <a:rPr lang="en-US" noProof="0" dirty="0"/>
              <a:t>Date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9D0D15-E978-4768-BEDD-1A513529AA16}"/>
              </a:ext>
            </a:extLst>
          </p:cNvPr>
          <p:cNvSpPr txBox="1"/>
          <p:nvPr userDrawn="1"/>
        </p:nvSpPr>
        <p:spPr>
          <a:xfrm>
            <a:off x="2026921" y="6228008"/>
            <a:ext cx="65887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CA" sz="1200" i="1" dirty="0">
                <a:solidFill>
                  <a:schemeClr val="tx1"/>
                </a:solidFill>
                <a:latin typeface="+mj-lt"/>
                <a:ea typeface="Segoe UI Black" panose="020B0A02040204020203" pitchFamily="34" charset="0"/>
              </a:rPr>
              <a:t>LALLEMANDPLANTCARE.COM</a:t>
            </a:r>
            <a:endParaRPr lang="en-US" sz="1200" i="1" dirty="0">
              <a:solidFill>
                <a:schemeClr val="tx1"/>
              </a:solidFill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CDF50FF-C125-4BEE-B0D0-C8A82B21C847}"/>
              </a:ext>
            </a:extLst>
          </p:cNvPr>
          <p:cNvSpPr/>
          <p:nvPr userDrawn="1"/>
        </p:nvSpPr>
        <p:spPr>
          <a:xfrm rot="10800000">
            <a:off x="2068483" y="-1"/>
            <a:ext cx="2106225" cy="1464945"/>
          </a:xfrm>
          <a:custGeom>
            <a:avLst/>
            <a:gdLst>
              <a:gd name="connsiteX0" fmla="*/ 1885462 w 2092999"/>
              <a:gd name="connsiteY0" fmla="*/ 1464560 h 1464560"/>
              <a:gd name="connsiteX1" fmla="*/ 0 w 2092999"/>
              <a:gd name="connsiteY1" fmla="*/ 1464560 h 1464560"/>
              <a:gd name="connsiteX2" fmla="*/ 207537 w 2092999"/>
              <a:gd name="connsiteY2" fmla="*/ 0 h 1464560"/>
              <a:gd name="connsiteX3" fmla="*/ 2092999 w 2092999"/>
              <a:gd name="connsiteY3" fmla="*/ 0 h 1464560"/>
              <a:gd name="connsiteX4" fmla="*/ 1885462 w 2092999"/>
              <a:gd name="connsiteY4" fmla="*/ 1464560 h 1464560"/>
              <a:gd name="connsiteX0" fmla="*/ 1885462 w 2092999"/>
              <a:gd name="connsiteY0" fmla="*/ 1464945 h 1464945"/>
              <a:gd name="connsiteX1" fmla="*/ 0 w 2092999"/>
              <a:gd name="connsiteY1" fmla="*/ 1464945 h 1464945"/>
              <a:gd name="connsiteX2" fmla="*/ 207537 w 2092999"/>
              <a:gd name="connsiteY2" fmla="*/ 385 h 1464945"/>
              <a:gd name="connsiteX3" fmla="*/ 355444 w 2092999"/>
              <a:gd name="connsiteY3" fmla="*/ 0 h 1464945"/>
              <a:gd name="connsiteX4" fmla="*/ 2092999 w 2092999"/>
              <a:gd name="connsiteY4" fmla="*/ 385 h 1464945"/>
              <a:gd name="connsiteX5" fmla="*/ 1885462 w 2092999"/>
              <a:gd name="connsiteY5" fmla="*/ 1464945 h 1464945"/>
              <a:gd name="connsiteX0" fmla="*/ 1885462 w 2092999"/>
              <a:gd name="connsiteY0" fmla="*/ 1464945 h 1464945"/>
              <a:gd name="connsiteX1" fmla="*/ 0 w 2092999"/>
              <a:gd name="connsiteY1" fmla="*/ 1464945 h 1464945"/>
              <a:gd name="connsiteX2" fmla="*/ 187804 w 2092999"/>
              <a:gd name="connsiteY2" fmla="*/ 131445 h 1464945"/>
              <a:gd name="connsiteX3" fmla="*/ 207537 w 2092999"/>
              <a:gd name="connsiteY3" fmla="*/ 385 h 1464945"/>
              <a:gd name="connsiteX4" fmla="*/ 355444 w 2092999"/>
              <a:gd name="connsiteY4" fmla="*/ 0 h 1464945"/>
              <a:gd name="connsiteX5" fmla="*/ 2092999 w 2092999"/>
              <a:gd name="connsiteY5" fmla="*/ 385 h 1464945"/>
              <a:gd name="connsiteX6" fmla="*/ 1885462 w 2092999"/>
              <a:gd name="connsiteY6" fmla="*/ 1464945 h 1464945"/>
              <a:gd name="connsiteX0" fmla="*/ 1885462 w 2092999"/>
              <a:gd name="connsiteY0" fmla="*/ 1464945 h 1464945"/>
              <a:gd name="connsiteX1" fmla="*/ 0 w 2092999"/>
              <a:gd name="connsiteY1" fmla="*/ 1464945 h 1464945"/>
              <a:gd name="connsiteX2" fmla="*/ 187804 w 2092999"/>
              <a:gd name="connsiteY2" fmla="*/ 131445 h 1464945"/>
              <a:gd name="connsiteX3" fmla="*/ 207537 w 2092999"/>
              <a:gd name="connsiteY3" fmla="*/ 385 h 1464945"/>
              <a:gd name="connsiteX4" fmla="*/ 355444 w 2092999"/>
              <a:gd name="connsiteY4" fmla="*/ 0 h 1464945"/>
              <a:gd name="connsiteX5" fmla="*/ 2092999 w 2092999"/>
              <a:gd name="connsiteY5" fmla="*/ 385 h 1464945"/>
              <a:gd name="connsiteX6" fmla="*/ 1885462 w 2092999"/>
              <a:gd name="connsiteY6" fmla="*/ 1464945 h 1464945"/>
              <a:gd name="connsiteX0" fmla="*/ 1885462 w 2092999"/>
              <a:gd name="connsiteY0" fmla="*/ 1464945 h 1464945"/>
              <a:gd name="connsiteX1" fmla="*/ 0 w 2092999"/>
              <a:gd name="connsiteY1" fmla="*/ 1464945 h 1464945"/>
              <a:gd name="connsiteX2" fmla="*/ 187804 w 2092999"/>
              <a:gd name="connsiteY2" fmla="*/ 131445 h 1464945"/>
              <a:gd name="connsiteX3" fmla="*/ 355444 w 2092999"/>
              <a:gd name="connsiteY3" fmla="*/ 0 h 1464945"/>
              <a:gd name="connsiteX4" fmla="*/ 2092999 w 2092999"/>
              <a:gd name="connsiteY4" fmla="*/ 385 h 1464945"/>
              <a:gd name="connsiteX5" fmla="*/ 1885462 w 2092999"/>
              <a:gd name="connsiteY5" fmla="*/ 1464945 h 1464945"/>
              <a:gd name="connsiteX0" fmla="*/ 1885462 w 2092999"/>
              <a:gd name="connsiteY0" fmla="*/ 1464945 h 1464945"/>
              <a:gd name="connsiteX1" fmla="*/ 0 w 2092999"/>
              <a:gd name="connsiteY1" fmla="*/ 1464945 h 1464945"/>
              <a:gd name="connsiteX2" fmla="*/ 187804 w 2092999"/>
              <a:gd name="connsiteY2" fmla="*/ 131445 h 1464945"/>
              <a:gd name="connsiteX3" fmla="*/ 355444 w 2092999"/>
              <a:gd name="connsiteY3" fmla="*/ 0 h 1464945"/>
              <a:gd name="connsiteX4" fmla="*/ 2092999 w 2092999"/>
              <a:gd name="connsiteY4" fmla="*/ 385 h 1464945"/>
              <a:gd name="connsiteX5" fmla="*/ 1885462 w 2092999"/>
              <a:gd name="connsiteY5" fmla="*/ 1464945 h 1464945"/>
              <a:gd name="connsiteX0" fmla="*/ 1885462 w 2092999"/>
              <a:gd name="connsiteY0" fmla="*/ 1464945 h 1464945"/>
              <a:gd name="connsiteX1" fmla="*/ 0 w 2092999"/>
              <a:gd name="connsiteY1" fmla="*/ 1464945 h 1464945"/>
              <a:gd name="connsiteX2" fmla="*/ 187804 w 2092999"/>
              <a:gd name="connsiteY2" fmla="*/ 131445 h 1464945"/>
              <a:gd name="connsiteX3" fmla="*/ 355444 w 2092999"/>
              <a:gd name="connsiteY3" fmla="*/ 0 h 1464945"/>
              <a:gd name="connsiteX4" fmla="*/ 2092999 w 2092999"/>
              <a:gd name="connsiteY4" fmla="*/ 385 h 1464945"/>
              <a:gd name="connsiteX5" fmla="*/ 1885462 w 2092999"/>
              <a:gd name="connsiteY5" fmla="*/ 1464945 h 1464945"/>
              <a:gd name="connsiteX0" fmla="*/ 1885462 w 2092999"/>
              <a:gd name="connsiteY0" fmla="*/ 1464945 h 1464945"/>
              <a:gd name="connsiteX1" fmla="*/ 0 w 2092999"/>
              <a:gd name="connsiteY1" fmla="*/ 1464945 h 1464945"/>
              <a:gd name="connsiteX2" fmla="*/ 187804 w 2092999"/>
              <a:gd name="connsiteY2" fmla="*/ 131445 h 1464945"/>
              <a:gd name="connsiteX3" fmla="*/ 355444 w 2092999"/>
              <a:gd name="connsiteY3" fmla="*/ 0 h 1464945"/>
              <a:gd name="connsiteX4" fmla="*/ 2092999 w 2092999"/>
              <a:gd name="connsiteY4" fmla="*/ 385 h 1464945"/>
              <a:gd name="connsiteX5" fmla="*/ 1885462 w 2092999"/>
              <a:gd name="connsiteY5" fmla="*/ 1464945 h 1464945"/>
              <a:gd name="connsiteX0" fmla="*/ 1885462 w 2092999"/>
              <a:gd name="connsiteY0" fmla="*/ 1464945 h 1464945"/>
              <a:gd name="connsiteX1" fmla="*/ 0 w 2092999"/>
              <a:gd name="connsiteY1" fmla="*/ 1464945 h 1464945"/>
              <a:gd name="connsiteX2" fmla="*/ 187804 w 2092999"/>
              <a:gd name="connsiteY2" fmla="*/ 131445 h 1464945"/>
              <a:gd name="connsiteX3" fmla="*/ 355444 w 2092999"/>
              <a:gd name="connsiteY3" fmla="*/ 0 h 1464945"/>
              <a:gd name="connsiteX4" fmla="*/ 2092999 w 2092999"/>
              <a:gd name="connsiteY4" fmla="*/ 385 h 1464945"/>
              <a:gd name="connsiteX5" fmla="*/ 1885462 w 2092999"/>
              <a:gd name="connsiteY5" fmla="*/ 1464945 h 1464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92999" h="1464945">
                <a:moveTo>
                  <a:pt x="1885462" y="1464945"/>
                </a:moveTo>
                <a:lnTo>
                  <a:pt x="0" y="1464945"/>
                </a:lnTo>
                <a:lnTo>
                  <a:pt x="187804" y="131445"/>
                </a:lnTo>
                <a:cubicBezTo>
                  <a:pt x="201774" y="49530"/>
                  <a:pt x="274799" y="1905"/>
                  <a:pt x="355444" y="0"/>
                </a:cubicBezTo>
                <a:lnTo>
                  <a:pt x="2092999" y="385"/>
                </a:lnTo>
                <a:lnTo>
                  <a:pt x="1885462" y="1464945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7EB83A9-57DE-416E-84F4-4A4373680ACD}"/>
              </a:ext>
            </a:extLst>
          </p:cNvPr>
          <p:cNvSpPr/>
          <p:nvPr userDrawn="1"/>
        </p:nvSpPr>
        <p:spPr>
          <a:xfrm rot="10800000">
            <a:off x="2097498" y="1123192"/>
            <a:ext cx="1896669" cy="320407"/>
          </a:xfrm>
          <a:custGeom>
            <a:avLst/>
            <a:gdLst>
              <a:gd name="connsiteX0" fmla="*/ 1839766 w 1884759"/>
              <a:gd name="connsiteY0" fmla="*/ 320407 h 320407"/>
              <a:gd name="connsiteX1" fmla="*/ 0 w 1884759"/>
              <a:gd name="connsiteY1" fmla="*/ 320407 h 320407"/>
              <a:gd name="connsiteX2" fmla="*/ 26715 w 1884759"/>
              <a:gd name="connsiteY2" fmla="*/ 129213 h 320407"/>
              <a:gd name="connsiteX3" fmla="*/ 190206 w 1884759"/>
              <a:gd name="connsiteY3" fmla="*/ 7 h 320407"/>
              <a:gd name="connsiteX4" fmla="*/ 1884759 w 1884759"/>
              <a:gd name="connsiteY4" fmla="*/ 385 h 320407"/>
              <a:gd name="connsiteX5" fmla="*/ 1839766 w 1884759"/>
              <a:gd name="connsiteY5" fmla="*/ 320407 h 32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84759" h="320407">
                <a:moveTo>
                  <a:pt x="1839766" y="320407"/>
                </a:moveTo>
                <a:lnTo>
                  <a:pt x="0" y="320407"/>
                </a:lnTo>
                <a:lnTo>
                  <a:pt x="26715" y="129213"/>
                </a:lnTo>
                <a:cubicBezTo>
                  <a:pt x="40339" y="48693"/>
                  <a:pt x="101355" y="-685"/>
                  <a:pt x="190206" y="7"/>
                </a:cubicBezTo>
                <a:lnTo>
                  <a:pt x="1884759" y="385"/>
                </a:lnTo>
                <a:lnTo>
                  <a:pt x="1839766" y="32040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pic>
        <p:nvPicPr>
          <p:cNvPr id="16" name="Picture 15" descr="A red sign with white text  Description automatically generated with medium confidence">
            <a:extLst>
              <a:ext uri="{FF2B5EF4-FFF2-40B4-BE49-F238E27FC236}">
                <a16:creationId xmlns:a16="http://schemas.microsoft.com/office/drawing/2014/main" id="{71577C32-CE0B-4049-8FA5-420673158A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13876" y="312355"/>
            <a:ext cx="1273239" cy="4710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0544A5-5CC3-4008-B64C-801B0529B4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06869" y="1222010"/>
            <a:ext cx="1285022" cy="14567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9ADDB195-E73D-4ED1-B404-B809E7F0E23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716" r="54071"/>
          <a:stretch/>
        </p:blipFill>
        <p:spPr>
          <a:xfrm>
            <a:off x="8885120" y="0"/>
            <a:ext cx="3306880" cy="68698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82A790-2BC0-A747-C749-9BED282E1BC5}"/>
              </a:ext>
            </a:extLst>
          </p:cNvPr>
          <p:cNvSpPr txBox="1"/>
          <p:nvPr userDrawn="1"/>
        </p:nvSpPr>
        <p:spPr>
          <a:xfrm>
            <a:off x="11818180" y="0"/>
            <a:ext cx="35298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600" dirty="0">
                <a:solidFill>
                  <a:schemeClr val="accent4"/>
                </a:solidFill>
              </a:rPr>
              <a:t>11/24</a:t>
            </a:r>
            <a:endParaRPr lang="en-CA" sz="600" dirty="0">
              <a:solidFill>
                <a:schemeClr val="accent4"/>
              </a:solidFill>
            </a:endParaRPr>
          </a:p>
        </p:txBody>
      </p:sp>
      <p:pic>
        <p:nvPicPr>
          <p:cNvPr id="7" name="Picture 6" descr="A black background with white spots  Description automatically generated">
            <a:extLst>
              <a:ext uri="{FF2B5EF4-FFF2-40B4-BE49-F238E27FC236}">
                <a16:creationId xmlns:a16="http://schemas.microsoft.com/office/drawing/2014/main" id="{F0046110-DEC7-C22C-F99D-DAFC784CE6F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060" y="0"/>
            <a:ext cx="13398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073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pos="415" userDrawn="1">
          <p15:clr>
            <a:srgbClr val="FBAE40"/>
          </p15:clr>
        </p15:guide>
        <p15:guide id="2" pos="724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Alternate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B4C0E0CC-2559-4CAB-B2CE-3A589752F5D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883248" y="666304"/>
            <a:ext cx="3308752" cy="6191696"/>
          </a:xfrm>
          <a:custGeom>
            <a:avLst/>
            <a:gdLst>
              <a:gd name="connsiteX0" fmla="*/ 686212 w 3308752"/>
              <a:gd name="connsiteY0" fmla="*/ 3905416 h 6191696"/>
              <a:gd name="connsiteX1" fmla="*/ 2326974 w 3308752"/>
              <a:gd name="connsiteY1" fmla="*/ 4312169 h 6191696"/>
              <a:gd name="connsiteX2" fmla="*/ 3227208 w 3308752"/>
              <a:gd name="connsiteY2" fmla="*/ 4818585 h 6191696"/>
              <a:gd name="connsiteX3" fmla="*/ 3308752 w 3308752"/>
              <a:gd name="connsiteY3" fmla="*/ 4879502 h 6191696"/>
              <a:gd name="connsiteX4" fmla="*/ 3308752 w 3308752"/>
              <a:gd name="connsiteY4" fmla="*/ 6191696 h 6191696"/>
              <a:gd name="connsiteX5" fmla="*/ 3158306 w 3308752"/>
              <a:gd name="connsiteY5" fmla="*/ 6191696 h 6191696"/>
              <a:gd name="connsiteX6" fmla="*/ 3000180 w 3308752"/>
              <a:gd name="connsiteY6" fmla="*/ 6177471 h 6191696"/>
              <a:gd name="connsiteX7" fmla="*/ 1671140 w 3308752"/>
              <a:gd name="connsiteY7" fmla="*/ 5789272 h 6191696"/>
              <a:gd name="connsiteX8" fmla="*/ 27394 w 3308752"/>
              <a:gd name="connsiteY8" fmla="*/ 4175301 h 6191696"/>
              <a:gd name="connsiteX9" fmla="*/ 686212 w 3308752"/>
              <a:gd name="connsiteY9" fmla="*/ 3905416 h 6191696"/>
              <a:gd name="connsiteX10" fmla="*/ 3308752 w 3308752"/>
              <a:gd name="connsiteY10" fmla="*/ 0 h 6191696"/>
              <a:gd name="connsiteX11" fmla="*/ 3308752 w 3308752"/>
              <a:gd name="connsiteY11" fmla="*/ 3015681 h 6191696"/>
              <a:gd name="connsiteX12" fmla="*/ 3287357 w 3308752"/>
              <a:gd name="connsiteY12" fmla="*/ 3023328 h 6191696"/>
              <a:gd name="connsiteX13" fmla="*/ 348115 w 3308752"/>
              <a:gd name="connsiteY13" fmla="*/ 2930265 h 6191696"/>
              <a:gd name="connsiteX14" fmla="*/ 3129523 w 3308752"/>
              <a:gd name="connsiteY14" fmla="*/ 79613 h 6191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308752" h="6191696">
                <a:moveTo>
                  <a:pt x="686212" y="3905416"/>
                </a:moveTo>
                <a:cubicBezTo>
                  <a:pt x="1120723" y="3901840"/>
                  <a:pt x="1714458" y="4040211"/>
                  <a:pt x="2326974" y="4312169"/>
                </a:cubicBezTo>
                <a:cubicBezTo>
                  <a:pt x="2667261" y="4463257"/>
                  <a:pt x="2973077" y="4637696"/>
                  <a:pt x="3227208" y="4818585"/>
                </a:cubicBezTo>
                <a:lnTo>
                  <a:pt x="3308752" y="4879502"/>
                </a:lnTo>
                <a:lnTo>
                  <a:pt x="3308752" y="6191696"/>
                </a:lnTo>
                <a:lnTo>
                  <a:pt x="3158306" y="6191696"/>
                </a:lnTo>
                <a:lnTo>
                  <a:pt x="3000180" y="6177471"/>
                </a:lnTo>
                <a:cubicBezTo>
                  <a:pt x="2612582" y="6131506"/>
                  <a:pt x="2147542" y="6000795"/>
                  <a:pt x="1671140" y="5789272"/>
                </a:cubicBezTo>
                <a:cubicBezTo>
                  <a:pt x="582221" y="5305791"/>
                  <a:pt x="-153710" y="4583191"/>
                  <a:pt x="27394" y="4175301"/>
                </a:cubicBezTo>
                <a:cubicBezTo>
                  <a:pt x="106627" y="3996848"/>
                  <a:pt x="348259" y="3908197"/>
                  <a:pt x="686212" y="3905416"/>
                </a:cubicBezTo>
                <a:close/>
                <a:moveTo>
                  <a:pt x="3308752" y="0"/>
                </a:moveTo>
                <a:lnTo>
                  <a:pt x="3308752" y="3015681"/>
                </a:lnTo>
                <a:lnTo>
                  <a:pt x="3287357" y="3023328"/>
                </a:lnTo>
                <a:cubicBezTo>
                  <a:pt x="1838037" y="3508935"/>
                  <a:pt x="614739" y="3497656"/>
                  <a:pt x="348115" y="2930265"/>
                </a:cubicBezTo>
                <a:cubicBezTo>
                  <a:pt x="19964" y="2231937"/>
                  <a:pt x="1265242" y="955657"/>
                  <a:pt x="3129523" y="7961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Fill in the shapes with a custom image by clicking on the icon below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027237" y="1940562"/>
            <a:ext cx="6588443" cy="238760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ct val="80000"/>
              </a:lnSpc>
              <a:defRPr sz="5400" b="1" i="0" cap="all" baseline="0">
                <a:latin typeface="Segoe UI Black" pitchFamily="34" charset="0"/>
                <a:ea typeface="Segoe UI Black" pitchFamily="34" charset="0"/>
              </a:defRPr>
            </a:lvl1pPr>
          </a:lstStyle>
          <a:p>
            <a:r>
              <a:rPr lang="en-US" noProof="0" dirty="0"/>
              <a:t>ADD A 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27238" y="4328163"/>
            <a:ext cx="6588444" cy="751838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buNone/>
              <a:defRPr sz="2400" b="0" i="0" cap="all" baseline="0">
                <a:latin typeface="+mn-lt"/>
                <a:ea typeface="Malgun Gothic" panose="020B0503020000020004" pitchFamily="34" charset="-127"/>
                <a:cs typeface="Malgun Gothic Semilight" panose="020B0502040204020203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Lallemand Plant Care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377463E7-BA09-48A8-ADE4-C0B0BDB49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26921" y="5286903"/>
            <a:ext cx="6588443" cy="587158"/>
          </a:xfrm>
        </p:spPr>
        <p:txBody>
          <a:bodyPr>
            <a:noAutofit/>
          </a:bodyPr>
          <a:lstStyle>
            <a:lvl1pPr marL="0" indent="0">
              <a:lnSpc>
                <a:spcPct val="50000"/>
              </a:lnSpc>
              <a:buNone/>
              <a:defRPr sz="1600"/>
            </a:lvl1pPr>
          </a:lstStyle>
          <a:p>
            <a:pPr lvl="0"/>
            <a:r>
              <a:rPr lang="en-US" noProof="0" dirty="0"/>
              <a:t>Name</a:t>
            </a:r>
          </a:p>
          <a:p>
            <a:pPr lvl="0"/>
            <a:r>
              <a:rPr lang="en-US" noProof="0" dirty="0"/>
              <a:t>Date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9D0D15-E978-4768-BEDD-1A513529AA16}"/>
              </a:ext>
            </a:extLst>
          </p:cNvPr>
          <p:cNvSpPr txBox="1"/>
          <p:nvPr userDrawn="1"/>
        </p:nvSpPr>
        <p:spPr>
          <a:xfrm>
            <a:off x="2026921" y="6228008"/>
            <a:ext cx="65887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CA" sz="1200" i="1" dirty="0">
                <a:solidFill>
                  <a:schemeClr val="tx1"/>
                </a:solidFill>
                <a:latin typeface="+mj-lt"/>
                <a:ea typeface="Segoe UI Black" panose="020B0A02040204020203" pitchFamily="34" charset="0"/>
              </a:rPr>
              <a:t>LALLEMANDPLANTCARE.COM</a:t>
            </a:r>
            <a:endParaRPr lang="en-US" sz="1200" i="1" dirty="0">
              <a:solidFill>
                <a:schemeClr val="tx1"/>
              </a:solidFill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CDF50FF-C125-4BEE-B0D0-C8A82B21C847}"/>
              </a:ext>
            </a:extLst>
          </p:cNvPr>
          <p:cNvSpPr/>
          <p:nvPr userDrawn="1"/>
        </p:nvSpPr>
        <p:spPr>
          <a:xfrm rot="10800000">
            <a:off x="2068483" y="-1"/>
            <a:ext cx="2106225" cy="1464945"/>
          </a:xfrm>
          <a:custGeom>
            <a:avLst/>
            <a:gdLst>
              <a:gd name="connsiteX0" fmla="*/ 1885462 w 2092999"/>
              <a:gd name="connsiteY0" fmla="*/ 1464560 h 1464560"/>
              <a:gd name="connsiteX1" fmla="*/ 0 w 2092999"/>
              <a:gd name="connsiteY1" fmla="*/ 1464560 h 1464560"/>
              <a:gd name="connsiteX2" fmla="*/ 207537 w 2092999"/>
              <a:gd name="connsiteY2" fmla="*/ 0 h 1464560"/>
              <a:gd name="connsiteX3" fmla="*/ 2092999 w 2092999"/>
              <a:gd name="connsiteY3" fmla="*/ 0 h 1464560"/>
              <a:gd name="connsiteX4" fmla="*/ 1885462 w 2092999"/>
              <a:gd name="connsiteY4" fmla="*/ 1464560 h 1464560"/>
              <a:gd name="connsiteX0" fmla="*/ 1885462 w 2092999"/>
              <a:gd name="connsiteY0" fmla="*/ 1464945 h 1464945"/>
              <a:gd name="connsiteX1" fmla="*/ 0 w 2092999"/>
              <a:gd name="connsiteY1" fmla="*/ 1464945 h 1464945"/>
              <a:gd name="connsiteX2" fmla="*/ 207537 w 2092999"/>
              <a:gd name="connsiteY2" fmla="*/ 385 h 1464945"/>
              <a:gd name="connsiteX3" fmla="*/ 355444 w 2092999"/>
              <a:gd name="connsiteY3" fmla="*/ 0 h 1464945"/>
              <a:gd name="connsiteX4" fmla="*/ 2092999 w 2092999"/>
              <a:gd name="connsiteY4" fmla="*/ 385 h 1464945"/>
              <a:gd name="connsiteX5" fmla="*/ 1885462 w 2092999"/>
              <a:gd name="connsiteY5" fmla="*/ 1464945 h 1464945"/>
              <a:gd name="connsiteX0" fmla="*/ 1885462 w 2092999"/>
              <a:gd name="connsiteY0" fmla="*/ 1464945 h 1464945"/>
              <a:gd name="connsiteX1" fmla="*/ 0 w 2092999"/>
              <a:gd name="connsiteY1" fmla="*/ 1464945 h 1464945"/>
              <a:gd name="connsiteX2" fmla="*/ 187804 w 2092999"/>
              <a:gd name="connsiteY2" fmla="*/ 131445 h 1464945"/>
              <a:gd name="connsiteX3" fmla="*/ 207537 w 2092999"/>
              <a:gd name="connsiteY3" fmla="*/ 385 h 1464945"/>
              <a:gd name="connsiteX4" fmla="*/ 355444 w 2092999"/>
              <a:gd name="connsiteY4" fmla="*/ 0 h 1464945"/>
              <a:gd name="connsiteX5" fmla="*/ 2092999 w 2092999"/>
              <a:gd name="connsiteY5" fmla="*/ 385 h 1464945"/>
              <a:gd name="connsiteX6" fmla="*/ 1885462 w 2092999"/>
              <a:gd name="connsiteY6" fmla="*/ 1464945 h 1464945"/>
              <a:gd name="connsiteX0" fmla="*/ 1885462 w 2092999"/>
              <a:gd name="connsiteY0" fmla="*/ 1464945 h 1464945"/>
              <a:gd name="connsiteX1" fmla="*/ 0 w 2092999"/>
              <a:gd name="connsiteY1" fmla="*/ 1464945 h 1464945"/>
              <a:gd name="connsiteX2" fmla="*/ 187804 w 2092999"/>
              <a:gd name="connsiteY2" fmla="*/ 131445 h 1464945"/>
              <a:gd name="connsiteX3" fmla="*/ 207537 w 2092999"/>
              <a:gd name="connsiteY3" fmla="*/ 385 h 1464945"/>
              <a:gd name="connsiteX4" fmla="*/ 355444 w 2092999"/>
              <a:gd name="connsiteY4" fmla="*/ 0 h 1464945"/>
              <a:gd name="connsiteX5" fmla="*/ 2092999 w 2092999"/>
              <a:gd name="connsiteY5" fmla="*/ 385 h 1464945"/>
              <a:gd name="connsiteX6" fmla="*/ 1885462 w 2092999"/>
              <a:gd name="connsiteY6" fmla="*/ 1464945 h 1464945"/>
              <a:gd name="connsiteX0" fmla="*/ 1885462 w 2092999"/>
              <a:gd name="connsiteY0" fmla="*/ 1464945 h 1464945"/>
              <a:gd name="connsiteX1" fmla="*/ 0 w 2092999"/>
              <a:gd name="connsiteY1" fmla="*/ 1464945 h 1464945"/>
              <a:gd name="connsiteX2" fmla="*/ 187804 w 2092999"/>
              <a:gd name="connsiteY2" fmla="*/ 131445 h 1464945"/>
              <a:gd name="connsiteX3" fmla="*/ 355444 w 2092999"/>
              <a:gd name="connsiteY3" fmla="*/ 0 h 1464945"/>
              <a:gd name="connsiteX4" fmla="*/ 2092999 w 2092999"/>
              <a:gd name="connsiteY4" fmla="*/ 385 h 1464945"/>
              <a:gd name="connsiteX5" fmla="*/ 1885462 w 2092999"/>
              <a:gd name="connsiteY5" fmla="*/ 1464945 h 1464945"/>
              <a:gd name="connsiteX0" fmla="*/ 1885462 w 2092999"/>
              <a:gd name="connsiteY0" fmla="*/ 1464945 h 1464945"/>
              <a:gd name="connsiteX1" fmla="*/ 0 w 2092999"/>
              <a:gd name="connsiteY1" fmla="*/ 1464945 h 1464945"/>
              <a:gd name="connsiteX2" fmla="*/ 187804 w 2092999"/>
              <a:gd name="connsiteY2" fmla="*/ 131445 h 1464945"/>
              <a:gd name="connsiteX3" fmla="*/ 355444 w 2092999"/>
              <a:gd name="connsiteY3" fmla="*/ 0 h 1464945"/>
              <a:gd name="connsiteX4" fmla="*/ 2092999 w 2092999"/>
              <a:gd name="connsiteY4" fmla="*/ 385 h 1464945"/>
              <a:gd name="connsiteX5" fmla="*/ 1885462 w 2092999"/>
              <a:gd name="connsiteY5" fmla="*/ 1464945 h 1464945"/>
              <a:gd name="connsiteX0" fmla="*/ 1885462 w 2092999"/>
              <a:gd name="connsiteY0" fmla="*/ 1464945 h 1464945"/>
              <a:gd name="connsiteX1" fmla="*/ 0 w 2092999"/>
              <a:gd name="connsiteY1" fmla="*/ 1464945 h 1464945"/>
              <a:gd name="connsiteX2" fmla="*/ 187804 w 2092999"/>
              <a:gd name="connsiteY2" fmla="*/ 131445 h 1464945"/>
              <a:gd name="connsiteX3" fmla="*/ 355444 w 2092999"/>
              <a:gd name="connsiteY3" fmla="*/ 0 h 1464945"/>
              <a:gd name="connsiteX4" fmla="*/ 2092999 w 2092999"/>
              <a:gd name="connsiteY4" fmla="*/ 385 h 1464945"/>
              <a:gd name="connsiteX5" fmla="*/ 1885462 w 2092999"/>
              <a:gd name="connsiteY5" fmla="*/ 1464945 h 1464945"/>
              <a:gd name="connsiteX0" fmla="*/ 1885462 w 2092999"/>
              <a:gd name="connsiteY0" fmla="*/ 1464945 h 1464945"/>
              <a:gd name="connsiteX1" fmla="*/ 0 w 2092999"/>
              <a:gd name="connsiteY1" fmla="*/ 1464945 h 1464945"/>
              <a:gd name="connsiteX2" fmla="*/ 187804 w 2092999"/>
              <a:gd name="connsiteY2" fmla="*/ 131445 h 1464945"/>
              <a:gd name="connsiteX3" fmla="*/ 355444 w 2092999"/>
              <a:gd name="connsiteY3" fmla="*/ 0 h 1464945"/>
              <a:gd name="connsiteX4" fmla="*/ 2092999 w 2092999"/>
              <a:gd name="connsiteY4" fmla="*/ 385 h 1464945"/>
              <a:gd name="connsiteX5" fmla="*/ 1885462 w 2092999"/>
              <a:gd name="connsiteY5" fmla="*/ 1464945 h 1464945"/>
              <a:gd name="connsiteX0" fmla="*/ 1885462 w 2092999"/>
              <a:gd name="connsiteY0" fmla="*/ 1464945 h 1464945"/>
              <a:gd name="connsiteX1" fmla="*/ 0 w 2092999"/>
              <a:gd name="connsiteY1" fmla="*/ 1464945 h 1464945"/>
              <a:gd name="connsiteX2" fmla="*/ 187804 w 2092999"/>
              <a:gd name="connsiteY2" fmla="*/ 131445 h 1464945"/>
              <a:gd name="connsiteX3" fmla="*/ 355444 w 2092999"/>
              <a:gd name="connsiteY3" fmla="*/ 0 h 1464945"/>
              <a:gd name="connsiteX4" fmla="*/ 2092999 w 2092999"/>
              <a:gd name="connsiteY4" fmla="*/ 385 h 1464945"/>
              <a:gd name="connsiteX5" fmla="*/ 1885462 w 2092999"/>
              <a:gd name="connsiteY5" fmla="*/ 1464945 h 1464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92999" h="1464945">
                <a:moveTo>
                  <a:pt x="1885462" y="1464945"/>
                </a:moveTo>
                <a:lnTo>
                  <a:pt x="0" y="1464945"/>
                </a:lnTo>
                <a:lnTo>
                  <a:pt x="187804" y="131445"/>
                </a:lnTo>
                <a:cubicBezTo>
                  <a:pt x="201774" y="49530"/>
                  <a:pt x="274799" y="1905"/>
                  <a:pt x="355444" y="0"/>
                </a:cubicBezTo>
                <a:lnTo>
                  <a:pt x="2092999" y="385"/>
                </a:lnTo>
                <a:lnTo>
                  <a:pt x="1885462" y="1464945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7EB83A9-57DE-416E-84F4-4A4373680ACD}"/>
              </a:ext>
            </a:extLst>
          </p:cNvPr>
          <p:cNvSpPr/>
          <p:nvPr userDrawn="1"/>
        </p:nvSpPr>
        <p:spPr>
          <a:xfrm rot="10800000">
            <a:off x="2097498" y="1123192"/>
            <a:ext cx="1896669" cy="320407"/>
          </a:xfrm>
          <a:custGeom>
            <a:avLst/>
            <a:gdLst>
              <a:gd name="connsiteX0" fmla="*/ 1839766 w 1884759"/>
              <a:gd name="connsiteY0" fmla="*/ 320407 h 320407"/>
              <a:gd name="connsiteX1" fmla="*/ 0 w 1884759"/>
              <a:gd name="connsiteY1" fmla="*/ 320407 h 320407"/>
              <a:gd name="connsiteX2" fmla="*/ 26715 w 1884759"/>
              <a:gd name="connsiteY2" fmla="*/ 129213 h 320407"/>
              <a:gd name="connsiteX3" fmla="*/ 190206 w 1884759"/>
              <a:gd name="connsiteY3" fmla="*/ 7 h 320407"/>
              <a:gd name="connsiteX4" fmla="*/ 1884759 w 1884759"/>
              <a:gd name="connsiteY4" fmla="*/ 385 h 320407"/>
              <a:gd name="connsiteX5" fmla="*/ 1839766 w 1884759"/>
              <a:gd name="connsiteY5" fmla="*/ 320407 h 32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84759" h="320407">
                <a:moveTo>
                  <a:pt x="1839766" y="320407"/>
                </a:moveTo>
                <a:lnTo>
                  <a:pt x="0" y="320407"/>
                </a:lnTo>
                <a:lnTo>
                  <a:pt x="26715" y="129213"/>
                </a:lnTo>
                <a:cubicBezTo>
                  <a:pt x="40339" y="48693"/>
                  <a:pt x="101355" y="-685"/>
                  <a:pt x="190206" y="7"/>
                </a:cubicBezTo>
                <a:lnTo>
                  <a:pt x="1884759" y="385"/>
                </a:lnTo>
                <a:lnTo>
                  <a:pt x="1839766" y="32040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pic>
        <p:nvPicPr>
          <p:cNvPr id="16" name="Picture 15" descr="A red sign with white text  Description automatically generated with medium confidence">
            <a:extLst>
              <a:ext uri="{FF2B5EF4-FFF2-40B4-BE49-F238E27FC236}">
                <a16:creationId xmlns:a16="http://schemas.microsoft.com/office/drawing/2014/main" id="{71577C32-CE0B-4049-8FA5-420673158A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13876" y="312355"/>
            <a:ext cx="1273239" cy="4710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0544A5-5CC3-4008-B64C-801B0529B4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06869" y="1222010"/>
            <a:ext cx="1285022" cy="1456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0E1743-095B-7086-E73C-B83105137E32}"/>
              </a:ext>
            </a:extLst>
          </p:cNvPr>
          <p:cNvSpPr txBox="1"/>
          <p:nvPr userDrawn="1"/>
        </p:nvSpPr>
        <p:spPr>
          <a:xfrm>
            <a:off x="11818180" y="0"/>
            <a:ext cx="35298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600" dirty="0">
                <a:solidFill>
                  <a:schemeClr val="accent4"/>
                </a:solidFill>
              </a:rPr>
              <a:t>11/24</a:t>
            </a:r>
            <a:endParaRPr lang="en-CA" sz="600" dirty="0">
              <a:solidFill>
                <a:schemeClr val="accent4"/>
              </a:solidFill>
            </a:endParaRPr>
          </a:p>
        </p:txBody>
      </p:sp>
      <p:pic>
        <p:nvPicPr>
          <p:cNvPr id="6" name="Picture 5" descr="A black background with white spots  Description automatically generated">
            <a:extLst>
              <a:ext uri="{FF2B5EF4-FFF2-40B4-BE49-F238E27FC236}">
                <a16:creationId xmlns:a16="http://schemas.microsoft.com/office/drawing/2014/main" id="{E7D92FE3-C877-4ACD-F7E7-BA1F3B18EB3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060" y="0"/>
            <a:ext cx="13398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1541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  <p15:guide id="2" pos="724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914399" y="1808163"/>
            <a:ext cx="7428545" cy="2578642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5000"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noProof="0"/>
              <a:t>Enter section title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914399" y="4560427"/>
            <a:ext cx="7428546" cy="1529225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Section highlight</a:t>
            </a:r>
          </a:p>
          <a:p>
            <a:pPr lvl="0"/>
            <a:r>
              <a:rPr lang="en-US" noProof="0"/>
              <a:t>Section highlight</a:t>
            </a:r>
          </a:p>
          <a:p>
            <a:pPr lvl="0"/>
            <a:r>
              <a:rPr lang="en-US" noProof="0"/>
              <a:t>Section highlight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DE79BD0-DC47-4120-A3A2-E9914C095CBD}"/>
              </a:ext>
            </a:extLst>
          </p:cNvPr>
          <p:cNvGrpSpPr/>
          <p:nvPr userDrawn="1"/>
        </p:nvGrpSpPr>
        <p:grpSpPr>
          <a:xfrm>
            <a:off x="914400" y="-1"/>
            <a:ext cx="2106225" cy="1464945"/>
            <a:chOff x="2068483" y="-1"/>
            <a:chExt cx="2106225" cy="1464945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69764B9-EDAB-4CF7-88D2-EE1EDD83E1A0}"/>
                </a:ext>
              </a:extLst>
            </p:cNvPr>
            <p:cNvSpPr/>
            <p:nvPr userDrawn="1"/>
          </p:nvSpPr>
          <p:spPr>
            <a:xfrm rot="10800000">
              <a:off x="2068483" y="-1"/>
              <a:ext cx="2106225" cy="1464945"/>
            </a:xfrm>
            <a:custGeom>
              <a:avLst/>
              <a:gdLst>
                <a:gd name="connsiteX0" fmla="*/ 1885462 w 2092999"/>
                <a:gd name="connsiteY0" fmla="*/ 1464560 h 1464560"/>
                <a:gd name="connsiteX1" fmla="*/ 0 w 2092999"/>
                <a:gd name="connsiteY1" fmla="*/ 1464560 h 1464560"/>
                <a:gd name="connsiteX2" fmla="*/ 207537 w 2092999"/>
                <a:gd name="connsiteY2" fmla="*/ 0 h 1464560"/>
                <a:gd name="connsiteX3" fmla="*/ 2092999 w 2092999"/>
                <a:gd name="connsiteY3" fmla="*/ 0 h 1464560"/>
                <a:gd name="connsiteX4" fmla="*/ 1885462 w 2092999"/>
                <a:gd name="connsiteY4" fmla="*/ 1464560 h 1464560"/>
                <a:gd name="connsiteX0" fmla="*/ 1885462 w 2092999"/>
                <a:gd name="connsiteY0" fmla="*/ 1464945 h 1464945"/>
                <a:gd name="connsiteX1" fmla="*/ 0 w 2092999"/>
                <a:gd name="connsiteY1" fmla="*/ 1464945 h 1464945"/>
                <a:gd name="connsiteX2" fmla="*/ 207537 w 2092999"/>
                <a:gd name="connsiteY2" fmla="*/ 385 h 1464945"/>
                <a:gd name="connsiteX3" fmla="*/ 355444 w 2092999"/>
                <a:gd name="connsiteY3" fmla="*/ 0 h 1464945"/>
                <a:gd name="connsiteX4" fmla="*/ 2092999 w 2092999"/>
                <a:gd name="connsiteY4" fmla="*/ 385 h 1464945"/>
                <a:gd name="connsiteX5" fmla="*/ 1885462 w 2092999"/>
                <a:gd name="connsiteY5" fmla="*/ 1464945 h 1464945"/>
                <a:gd name="connsiteX0" fmla="*/ 1885462 w 2092999"/>
                <a:gd name="connsiteY0" fmla="*/ 1464945 h 1464945"/>
                <a:gd name="connsiteX1" fmla="*/ 0 w 2092999"/>
                <a:gd name="connsiteY1" fmla="*/ 1464945 h 1464945"/>
                <a:gd name="connsiteX2" fmla="*/ 187804 w 2092999"/>
                <a:gd name="connsiteY2" fmla="*/ 131445 h 1464945"/>
                <a:gd name="connsiteX3" fmla="*/ 207537 w 2092999"/>
                <a:gd name="connsiteY3" fmla="*/ 385 h 1464945"/>
                <a:gd name="connsiteX4" fmla="*/ 355444 w 2092999"/>
                <a:gd name="connsiteY4" fmla="*/ 0 h 1464945"/>
                <a:gd name="connsiteX5" fmla="*/ 2092999 w 2092999"/>
                <a:gd name="connsiteY5" fmla="*/ 385 h 1464945"/>
                <a:gd name="connsiteX6" fmla="*/ 1885462 w 2092999"/>
                <a:gd name="connsiteY6" fmla="*/ 1464945 h 1464945"/>
                <a:gd name="connsiteX0" fmla="*/ 1885462 w 2092999"/>
                <a:gd name="connsiteY0" fmla="*/ 1464945 h 1464945"/>
                <a:gd name="connsiteX1" fmla="*/ 0 w 2092999"/>
                <a:gd name="connsiteY1" fmla="*/ 1464945 h 1464945"/>
                <a:gd name="connsiteX2" fmla="*/ 187804 w 2092999"/>
                <a:gd name="connsiteY2" fmla="*/ 131445 h 1464945"/>
                <a:gd name="connsiteX3" fmla="*/ 207537 w 2092999"/>
                <a:gd name="connsiteY3" fmla="*/ 385 h 1464945"/>
                <a:gd name="connsiteX4" fmla="*/ 355444 w 2092999"/>
                <a:gd name="connsiteY4" fmla="*/ 0 h 1464945"/>
                <a:gd name="connsiteX5" fmla="*/ 2092999 w 2092999"/>
                <a:gd name="connsiteY5" fmla="*/ 385 h 1464945"/>
                <a:gd name="connsiteX6" fmla="*/ 1885462 w 2092999"/>
                <a:gd name="connsiteY6" fmla="*/ 1464945 h 1464945"/>
                <a:gd name="connsiteX0" fmla="*/ 1885462 w 2092999"/>
                <a:gd name="connsiteY0" fmla="*/ 1464945 h 1464945"/>
                <a:gd name="connsiteX1" fmla="*/ 0 w 2092999"/>
                <a:gd name="connsiteY1" fmla="*/ 1464945 h 1464945"/>
                <a:gd name="connsiteX2" fmla="*/ 187804 w 2092999"/>
                <a:gd name="connsiteY2" fmla="*/ 131445 h 1464945"/>
                <a:gd name="connsiteX3" fmla="*/ 355444 w 2092999"/>
                <a:gd name="connsiteY3" fmla="*/ 0 h 1464945"/>
                <a:gd name="connsiteX4" fmla="*/ 2092999 w 2092999"/>
                <a:gd name="connsiteY4" fmla="*/ 385 h 1464945"/>
                <a:gd name="connsiteX5" fmla="*/ 1885462 w 2092999"/>
                <a:gd name="connsiteY5" fmla="*/ 1464945 h 1464945"/>
                <a:gd name="connsiteX0" fmla="*/ 1885462 w 2092999"/>
                <a:gd name="connsiteY0" fmla="*/ 1464945 h 1464945"/>
                <a:gd name="connsiteX1" fmla="*/ 0 w 2092999"/>
                <a:gd name="connsiteY1" fmla="*/ 1464945 h 1464945"/>
                <a:gd name="connsiteX2" fmla="*/ 187804 w 2092999"/>
                <a:gd name="connsiteY2" fmla="*/ 131445 h 1464945"/>
                <a:gd name="connsiteX3" fmla="*/ 355444 w 2092999"/>
                <a:gd name="connsiteY3" fmla="*/ 0 h 1464945"/>
                <a:gd name="connsiteX4" fmla="*/ 2092999 w 2092999"/>
                <a:gd name="connsiteY4" fmla="*/ 385 h 1464945"/>
                <a:gd name="connsiteX5" fmla="*/ 1885462 w 2092999"/>
                <a:gd name="connsiteY5" fmla="*/ 1464945 h 1464945"/>
                <a:gd name="connsiteX0" fmla="*/ 1885462 w 2092999"/>
                <a:gd name="connsiteY0" fmla="*/ 1464945 h 1464945"/>
                <a:gd name="connsiteX1" fmla="*/ 0 w 2092999"/>
                <a:gd name="connsiteY1" fmla="*/ 1464945 h 1464945"/>
                <a:gd name="connsiteX2" fmla="*/ 187804 w 2092999"/>
                <a:gd name="connsiteY2" fmla="*/ 131445 h 1464945"/>
                <a:gd name="connsiteX3" fmla="*/ 355444 w 2092999"/>
                <a:gd name="connsiteY3" fmla="*/ 0 h 1464945"/>
                <a:gd name="connsiteX4" fmla="*/ 2092999 w 2092999"/>
                <a:gd name="connsiteY4" fmla="*/ 385 h 1464945"/>
                <a:gd name="connsiteX5" fmla="*/ 1885462 w 2092999"/>
                <a:gd name="connsiteY5" fmla="*/ 1464945 h 1464945"/>
                <a:gd name="connsiteX0" fmla="*/ 1885462 w 2092999"/>
                <a:gd name="connsiteY0" fmla="*/ 1464945 h 1464945"/>
                <a:gd name="connsiteX1" fmla="*/ 0 w 2092999"/>
                <a:gd name="connsiteY1" fmla="*/ 1464945 h 1464945"/>
                <a:gd name="connsiteX2" fmla="*/ 187804 w 2092999"/>
                <a:gd name="connsiteY2" fmla="*/ 131445 h 1464945"/>
                <a:gd name="connsiteX3" fmla="*/ 355444 w 2092999"/>
                <a:gd name="connsiteY3" fmla="*/ 0 h 1464945"/>
                <a:gd name="connsiteX4" fmla="*/ 2092999 w 2092999"/>
                <a:gd name="connsiteY4" fmla="*/ 385 h 1464945"/>
                <a:gd name="connsiteX5" fmla="*/ 1885462 w 2092999"/>
                <a:gd name="connsiteY5" fmla="*/ 1464945 h 1464945"/>
                <a:gd name="connsiteX0" fmla="*/ 1885462 w 2092999"/>
                <a:gd name="connsiteY0" fmla="*/ 1464945 h 1464945"/>
                <a:gd name="connsiteX1" fmla="*/ 0 w 2092999"/>
                <a:gd name="connsiteY1" fmla="*/ 1464945 h 1464945"/>
                <a:gd name="connsiteX2" fmla="*/ 187804 w 2092999"/>
                <a:gd name="connsiteY2" fmla="*/ 131445 h 1464945"/>
                <a:gd name="connsiteX3" fmla="*/ 355444 w 2092999"/>
                <a:gd name="connsiteY3" fmla="*/ 0 h 1464945"/>
                <a:gd name="connsiteX4" fmla="*/ 2092999 w 2092999"/>
                <a:gd name="connsiteY4" fmla="*/ 385 h 1464945"/>
                <a:gd name="connsiteX5" fmla="*/ 1885462 w 2092999"/>
                <a:gd name="connsiteY5" fmla="*/ 1464945 h 1464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92999" h="1464945">
                  <a:moveTo>
                    <a:pt x="1885462" y="1464945"/>
                  </a:moveTo>
                  <a:lnTo>
                    <a:pt x="0" y="1464945"/>
                  </a:lnTo>
                  <a:lnTo>
                    <a:pt x="187804" y="131445"/>
                  </a:lnTo>
                  <a:cubicBezTo>
                    <a:pt x="201774" y="49530"/>
                    <a:pt x="274799" y="1905"/>
                    <a:pt x="355444" y="0"/>
                  </a:cubicBezTo>
                  <a:lnTo>
                    <a:pt x="2092999" y="385"/>
                  </a:lnTo>
                  <a:lnTo>
                    <a:pt x="1885462" y="146494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0C92A75-4275-4C28-BE78-C93737413506}"/>
                </a:ext>
              </a:extLst>
            </p:cNvPr>
            <p:cNvSpPr/>
            <p:nvPr userDrawn="1"/>
          </p:nvSpPr>
          <p:spPr>
            <a:xfrm rot="10800000">
              <a:off x="2097498" y="1123192"/>
              <a:ext cx="1896669" cy="320407"/>
            </a:xfrm>
            <a:custGeom>
              <a:avLst/>
              <a:gdLst>
                <a:gd name="connsiteX0" fmla="*/ 1839766 w 1884759"/>
                <a:gd name="connsiteY0" fmla="*/ 320407 h 320407"/>
                <a:gd name="connsiteX1" fmla="*/ 0 w 1884759"/>
                <a:gd name="connsiteY1" fmla="*/ 320407 h 320407"/>
                <a:gd name="connsiteX2" fmla="*/ 26715 w 1884759"/>
                <a:gd name="connsiteY2" fmla="*/ 129213 h 320407"/>
                <a:gd name="connsiteX3" fmla="*/ 190206 w 1884759"/>
                <a:gd name="connsiteY3" fmla="*/ 7 h 320407"/>
                <a:gd name="connsiteX4" fmla="*/ 1884759 w 1884759"/>
                <a:gd name="connsiteY4" fmla="*/ 385 h 320407"/>
                <a:gd name="connsiteX5" fmla="*/ 1839766 w 1884759"/>
                <a:gd name="connsiteY5" fmla="*/ 320407 h 320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84759" h="320407">
                  <a:moveTo>
                    <a:pt x="1839766" y="320407"/>
                  </a:moveTo>
                  <a:lnTo>
                    <a:pt x="0" y="320407"/>
                  </a:lnTo>
                  <a:lnTo>
                    <a:pt x="26715" y="129213"/>
                  </a:lnTo>
                  <a:cubicBezTo>
                    <a:pt x="40339" y="48693"/>
                    <a:pt x="101355" y="-685"/>
                    <a:pt x="190206" y="7"/>
                  </a:cubicBezTo>
                  <a:lnTo>
                    <a:pt x="1884759" y="385"/>
                  </a:lnTo>
                  <a:lnTo>
                    <a:pt x="1839766" y="32040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 dirty="0"/>
            </a:p>
          </p:txBody>
        </p:sp>
        <p:pic>
          <p:nvPicPr>
            <p:cNvPr id="11" name="Picture 10" descr="A red sign with white text  Description automatically generated with medium confidence">
              <a:extLst>
                <a:ext uri="{FF2B5EF4-FFF2-40B4-BE49-F238E27FC236}">
                  <a16:creationId xmlns:a16="http://schemas.microsoft.com/office/drawing/2014/main" id="{A6602327-01D5-4B97-B41C-E3A01FCCEF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513876" y="312355"/>
              <a:ext cx="1273239" cy="47102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F49FBB7-B6B0-4ACF-9AF0-36F5239A51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406869" y="1222010"/>
              <a:ext cx="1285022" cy="145670"/>
            </a:xfrm>
            <a:prstGeom prst="rect">
              <a:avLst/>
            </a:prstGeom>
          </p:spPr>
        </p:pic>
      </p:grpSp>
      <p:sp>
        <p:nvSpPr>
          <p:cNvPr id="5" name="Picture Placeholder 17">
            <a:extLst>
              <a:ext uri="{FF2B5EF4-FFF2-40B4-BE49-F238E27FC236}">
                <a16:creationId xmlns:a16="http://schemas.microsoft.com/office/drawing/2014/main" id="{1BF17920-8DB9-E2F4-1305-34BC2BAAA3D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42944" y="0"/>
            <a:ext cx="3849056" cy="6858000"/>
          </a:xfrm>
          <a:custGeom>
            <a:avLst/>
            <a:gdLst>
              <a:gd name="connsiteX0" fmla="*/ 922699 w 3651250"/>
              <a:gd name="connsiteY0" fmla="*/ 0 h 6505562"/>
              <a:gd name="connsiteX1" fmla="*/ 3651250 w 3651250"/>
              <a:gd name="connsiteY1" fmla="*/ 0 h 6505562"/>
              <a:gd name="connsiteX2" fmla="*/ 3651250 w 3651250"/>
              <a:gd name="connsiteY2" fmla="*/ 6505562 h 6505562"/>
              <a:gd name="connsiteX3" fmla="*/ 0 w 3651250"/>
              <a:gd name="connsiteY3" fmla="*/ 6505562 h 6505562"/>
              <a:gd name="connsiteX4" fmla="*/ 0 w 3651250"/>
              <a:gd name="connsiteY4" fmla="*/ 6466276 h 6505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1250" h="6505562">
                <a:moveTo>
                  <a:pt x="922699" y="0"/>
                </a:moveTo>
                <a:lnTo>
                  <a:pt x="3651250" y="0"/>
                </a:lnTo>
                <a:lnTo>
                  <a:pt x="3651250" y="6505562"/>
                </a:lnTo>
                <a:lnTo>
                  <a:pt x="0" y="6505562"/>
                </a:lnTo>
                <a:lnTo>
                  <a:pt x="0" y="6466276"/>
                </a:lnTo>
                <a:close/>
              </a:path>
            </a:pathLst>
          </a:custGeom>
          <a:blipFill dpi="0" rotWithShape="1">
            <a:blip r:embed="rId4"/>
            <a:srcRect/>
            <a:tile tx="635000" ty="0" sx="70000" sy="70000" flip="none" algn="ctr"/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Fill the panel with a custom image by clicking on the icon below</a:t>
            </a:r>
          </a:p>
        </p:txBody>
      </p:sp>
    </p:spTree>
    <p:extLst>
      <p:ext uri="{BB962C8B-B14F-4D97-AF65-F5344CB8AC3E}">
        <p14:creationId xmlns:p14="http://schemas.microsoft.com/office/powerpoint/2010/main" val="22221186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827" y="173736"/>
            <a:ext cx="7843070" cy="90525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Enter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827" y="1681399"/>
            <a:ext cx="11040346" cy="45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94394" y="338151"/>
            <a:ext cx="421780" cy="365125"/>
          </a:xfrm>
          <a:prstGeom prst="rect">
            <a:avLst/>
          </a:prstGeom>
          <a:ln>
            <a:noFill/>
          </a:ln>
        </p:spPr>
        <p:txBody>
          <a:bodyPr/>
          <a:lstStyle/>
          <a:p>
            <a:fld id="{2FCA49FF-A860-B34F-9B0D-8259E55517F9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2" name="Connecteur droit 7">
            <a:extLst>
              <a:ext uri="{FF2B5EF4-FFF2-40B4-BE49-F238E27FC236}">
                <a16:creationId xmlns:a16="http://schemas.microsoft.com/office/drawing/2014/main" id="{2B9CDFDF-35A2-4AA6-8F95-966F4FC1A42E}"/>
              </a:ext>
            </a:extLst>
          </p:cNvPr>
          <p:cNvCxnSpPr>
            <a:cxnSpLocks/>
          </p:cNvCxnSpPr>
          <p:nvPr userDrawn="1"/>
        </p:nvCxnSpPr>
        <p:spPr>
          <a:xfrm>
            <a:off x="0" y="1070503"/>
            <a:ext cx="12188952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6573EDD-3FA3-4169-BE56-9EB845C53A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10337" y="338151"/>
            <a:ext cx="2494268" cy="365125"/>
          </a:xfrm>
          <a:ln w="19050">
            <a:noFill/>
          </a:ln>
        </p:spPr>
        <p:txBody>
          <a:bodyPr anchor="ctr" anchorCtr="0">
            <a:noAutofit/>
          </a:bodyPr>
          <a:lstStyle>
            <a:lvl1pPr marL="0" indent="0" algn="r">
              <a:buNone/>
              <a:defRPr sz="800" i="0" cap="none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0" dirty="0"/>
              <a:t>Enter subtitle or breadcrumb here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AA35C1-6C44-429F-96D6-8A58D7B978DC}"/>
              </a:ext>
            </a:extLst>
          </p:cNvPr>
          <p:cNvGrpSpPr/>
          <p:nvPr userDrawn="1"/>
        </p:nvGrpSpPr>
        <p:grpSpPr>
          <a:xfrm>
            <a:off x="575827" y="1088095"/>
            <a:ext cx="1974850" cy="333614"/>
            <a:chOff x="2097498" y="1123192"/>
            <a:chExt cx="1896669" cy="320407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B57B1A1-03F5-43F8-9E19-F04A127C9308}"/>
                </a:ext>
              </a:extLst>
            </p:cNvPr>
            <p:cNvSpPr/>
            <p:nvPr userDrawn="1"/>
          </p:nvSpPr>
          <p:spPr>
            <a:xfrm rot="10800000">
              <a:off x="2097498" y="1123192"/>
              <a:ext cx="1896669" cy="320407"/>
            </a:xfrm>
            <a:custGeom>
              <a:avLst/>
              <a:gdLst>
                <a:gd name="connsiteX0" fmla="*/ 1839766 w 1884759"/>
                <a:gd name="connsiteY0" fmla="*/ 320407 h 320407"/>
                <a:gd name="connsiteX1" fmla="*/ 0 w 1884759"/>
                <a:gd name="connsiteY1" fmla="*/ 320407 h 320407"/>
                <a:gd name="connsiteX2" fmla="*/ 26715 w 1884759"/>
                <a:gd name="connsiteY2" fmla="*/ 129213 h 320407"/>
                <a:gd name="connsiteX3" fmla="*/ 190206 w 1884759"/>
                <a:gd name="connsiteY3" fmla="*/ 7 h 320407"/>
                <a:gd name="connsiteX4" fmla="*/ 1884759 w 1884759"/>
                <a:gd name="connsiteY4" fmla="*/ 385 h 320407"/>
                <a:gd name="connsiteX5" fmla="*/ 1839766 w 1884759"/>
                <a:gd name="connsiteY5" fmla="*/ 320407 h 320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84759" h="320407">
                  <a:moveTo>
                    <a:pt x="1839766" y="320407"/>
                  </a:moveTo>
                  <a:lnTo>
                    <a:pt x="0" y="320407"/>
                  </a:lnTo>
                  <a:lnTo>
                    <a:pt x="26715" y="129213"/>
                  </a:lnTo>
                  <a:cubicBezTo>
                    <a:pt x="40339" y="48693"/>
                    <a:pt x="101355" y="-685"/>
                    <a:pt x="190206" y="7"/>
                  </a:cubicBezTo>
                  <a:lnTo>
                    <a:pt x="1884759" y="385"/>
                  </a:lnTo>
                  <a:lnTo>
                    <a:pt x="1839766" y="32040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D0F58DC-1AC7-4B88-8426-D152D41A14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406869" y="1222010"/>
              <a:ext cx="1285022" cy="145670"/>
            </a:xfrm>
            <a:prstGeom prst="rect">
              <a:avLst/>
            </a:prstGeom>
          </p:spPr>
        </p:pic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9CB12885-92DC-4E08-A8D8-756D0E8C5B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0363" y="6253213"/>
            <a:ext cx="1175810" cy="47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711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webs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827" y="173736"/>
            <a:ext cx="7843070" cy="90525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Enter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827" y="1681399"/>
            <a:ext cx="11040346" cy="45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94394" y="338151"/>
            <a:ext cx="421780" cy="365125"/>
          </a:xfrm>
          <a:prstGeom prst="rect">
            <a:avLst/>
          </a:prstGeom>
          <a:ln>
            <a:noFill/>
          </a:ln>
        </p:spPr>
        <p:txBody>
          <a:bodyPr/>
          <a:lstStyle/>
          <a:p>
            <a:fld id="{2FCA49FF-A860-B34F-9B0D-8259E55517F9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2" name="Connecteur droit 7">
            <a:extLst>
              <a:ext uri="{FF2B5EF4-FFF2-40B4-BE49-F238E27FC236}">
                <a16:creationId xmlns:a16="http://schemas.microsoft.com/office/drawing/2014/main" id="{2B9CDFDF-35A2-4AA6-8F95-966F4FC1A42E}"/>
              </a:ext>
            </a:extLst>
          </p:cNvPr>
          <p:cNvCxnSpPr>
            <a:cxnSpLocks/>
          </p:cNvCxnSpPr>
          <p:nvPr userDrawn="1"/>
        </p:nvCxnSpPr>
        <p:spPr>
          <a:xfrm>
            <a:off x="0" y="1070503"/>
            <a:ext cx="12188952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6573EDD-3FA3-4169-BE56-9EB845C53A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10337" y="338151"/>
            <a:ext cx="2494268" cy="365125"/>
          </a:xfrm>
          <a:ln w="19050">
            <a:noFill/>
          </a:ln>
        </p:spPr>
        <p:txBody>
          <a:bodyPr anchor="ctr" anchorCtr="0">
            <a:noAutofit/>
          </a:bodyPr>
          <a:lstStyle>
            <a:lvl1pPr marL="0" indent="0" algn="r">
              <a:buNone/>
              <a:defRPr sz="800" i="0" cap="none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0" dirty="0"/>
              <a:t>Enter subtitle or breadcrumb here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AA35C1-6C44-429F-96D6-8A58D7B978DC}"/>
              </a:ext>
            </a:extLst>
          </p:cNvPr>
          <p:cNvGrpSpPr/>
          <p:nvPr userDrawn="1"/>
        </p:nvGrpSpPr>
        <p:grpSpPr>
          <a:xfrm>
            <a:off x="575827" y="1088095"/>
            <a:ext cx="1974850" cy="333614"/>
            <a:chOff x="2097498" y="1123192"/>
            <a:chExt cx="1896669" cy="320407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B57B1A1-03F5-43F8-9E19-F04A127C9308}"/>
                </a:ext>
              </a:extLst>
            </p:cNvPr>
            <p:cNvSpPr/>
            <p:nvPr userDrawn="1"/>
          </p:nvSpPr>
          <p:spPr>
            <a:xfrm rot="10800000">
              <a:off x="2097498" y="1123192"/>
              <a:ext cx="1896669" cy="320407"/>
            </a:xfrm>
            <a:custGeom>
              <a:avLst/>
              <a:gdLst>
                <a:gd name="connsiteX0" fmla="*/ 1839766 w 1884759"/>
                <a:gd name="connsiteY0" fmla="*/ 320407 h 320407"/>
                <a:gd name="connsiteX1" fmla="*/ 0 w 1884759"/>
                <a:gd name="connsiteY1" fmla="*/ 320407 h 320407"/>
                <a:gd name="connsiteX2" fmla="*/ 26715 w 1884759"/>
                <a:gd name="connsiteY2" fmla="*/ 129213 h 320407"/>
                <a:gd name="connsiteX3" fmla="*/ 190206 w 1884759"/>
                <a:gd name="connsiteY3" fmla="*/ 7 h 320407"/>
                <a:gd name="connsiteX4" fmla="*/ 1884759 w 1884759"/>
                <a:gd name="connsiteY4" fmla="*/ 385 h 320407"/>
                <a:gd name="connsiteX5" fmla="*/ 1839766 w 1884759"/>
                <a:gd name="connsiteY5" fmla="*/ 320407 h 320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84759" h="320407">
                  <a:moveTo>
                    <a:pt x="1839766" y="320407"/>
                  </a:moveTo>
                  <a:lnTo>
                    <a:pt x="0" y="320407"/>
                  </a:lnTo>
                  <a:lnTo>
                    <a:pt x="26715" y="129213"/>
                  </a:lnTo>
                  <a:cubicBezTo>
                    <a:pt x="40339" y="48693"/>
                    <a:pt x="101355" y="-685"/>
                    <a:pt x="190206" y="7"/>
                  </a:cubicBezTo>
                  <a:lnTo>
                    <a:pt x="1884759" y="385"/>
                  </a:lnTo>
                  <a:lnTo>
                    <a:pt x="1839766" y="32040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D0F58DC-1AC7-4B88-8426-D152D41A14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406869" y="1222010"/>
              <a:ext cx="1285022" cy="145670"/>
            </a:xfrm>
            <a:prstGeom prst="rect">
              <a:avLst/>
            </a:prstGeom>
          </p:spPr>
        </p:pic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9CB12885-92DC-4E08-A8D8-756D0E8C5B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0363" y="6253213"/>
            <a:ext cx="1175810" cy="47931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CA6B266-41D2-3367-0DE2-3F20460461CB}"/>
              </a:ext>
            </a:extLst>
          </p:cNvPr>
          <p:cNvSpPr/>
          <p:nvPr userDrawn="1"/>
        </p:nvSpPr>
        <p:spPr>
          <a:xfrm>
            <a:off x="0" y="6488713"/>
            <a:ext cx="5227320" cy="36927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B2F5BC4-B652-66D3-D4BD-3B3C2DA0A16A}"/>
              </a:ext>
            </a:extLst>
          </p:cNvPr>
          <p:cNvSpPr/>
          <p:nvPr userDrawn="1"/>
        </p:nvSpPr>
        <p:spPr>
          <a:xfrm>
            <a:off x="564820" y="6488713"/>
            <a:ext cx="2165047" cy="179070"/>
          </a:xfrm>
          <a:custGeom>
            <a:avLst/>
            <a:gdLst>
              <a:gd name="connsiteX0" fmla="*/ 29240 w 2165047"/>
              <a:gd name="connsiteY0" fmla="*/ 0 h 179070"/>
              <a:gd name="connsiteX1" fmla="*/ 2165047 w 2165047"/>
              <a:gd name="connsiteY1" fmla="*/ 0 h 179070"/>
              <a:gd name="connsiteX2" fmla="*/ 2135807 w 2165047"/>
              <a:gd name="connsiteY2" fmla="*/ 179070 h 179070"/>
              <a:gd name="connsiteX3" fmla="*/ 0 w 2165047"/>
              <a:gd name="connsiteY3" fmla="*/ 179070 h 179070"/>
              <a:gd name="connsiteX4" fmla="*/ 29240 w 2165047"/>
              <a:gd name="connsiteY4" fmla="*/ 0 h 179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5047" h="179070">
                <a:moveTo>
                  <a:pt x="29240" y="0"/>
                </a:moveTo>
                <a:lnTo>
                  <a:pt x="2165047" y="0"/>
                </a:lnTo>
                <a:lnTo>
                  <a:pt x="2135807" y="179070"/>
                </a:lnTo>
                <a:lnTo>
                  <a:pt x="0" y="179070"/>
                </a:lnTo>
                <a:lnTo>
                  <a:pt x="2924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A8033C-0B27-F6B2-8C08-5BE6B2B0EC3C}"/>
              </a:ext>
            </a:extLst>
          </p:cNvPr>
          <p:cNvSpPr txBox="1"/>
          <p:nvPr userDrawn="1"/>
        </p:nvSpPr>
        <p:spPr>
          <a:xfrm>
            <a:off x="511346" y="6441088"/>
            <a:ext cx="2289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CA" sz="1200" i="1" dirty="0">
                <a:solidFill>
                  <a:schemeClr val="tx1"/>
                </a:solidFill>
                <a:latin typeface="+mj-lt"/>
                <a:ea typeface="Segoe UI Black" panose="020B0A02040204020203" pitchFamily="34" charset="0"/>
              </a:rPr>
              <a:t>LALLEMANDPLANTCARE.COM</a:t>
            </a:r>
            <a:endParaRPr lang="en-US" sz="1200" i="1" dirty="0">
              <a:solidFill>
                <a:schemeClr val="tx1"/>
              </a:solidFill>
              <a:latin typeface="+mj-lt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805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no ta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826" y="173736"/>
            <a:ext cx="7843071" cy="90525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Enter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826" y="1429399"/>
            <a:ext cx="11037299" cy="475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94394" y="338151"/>
            <a:ext cx="418732" cy="365125"/>
          </a:xfrm>
          <a:prstGeom prst="rect">
            <a:avLst/>
          </a:prstGeom>
          <a:ln>
            <a:noFill/>
          </a:ln>
        </p:spPr>
        <p:txBody>
          <a:bodyPr/>
          <a:lstStyle/>
          <a:p>
            <a:fld id="{2FCA49FF-A860-B34F-9B0D-8259E55517F9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2" name="Connecteur droit 7">
            <a:extLst>
              <a:ext uri="{FF2B5EF4-FFF2-40B4-BE49-F238E27FC236}">
                <a16:creationId xmlns:a16="http://schemas.microsoft.com/office/drawing/2014/main" id="{2B9CDFDF-35A2-4AA6-8F95-966F4FC1A42E}"/>
              </a:ext>
            </a:extLst>
          </p:cNvPr>
          <p:cNvCxnSpPr>
            <a:cxnSpLocks/>
          </p:cNvCxnSpPr>
          <p:nvPr userDrawn="1"/>
        </p:nvCxnSpPr>
        <p:spPr>
          <a:xfrm>
            <a:off x="0" y="1070503"/>
            <a:ext cx="12188952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06F95786-D1EE-473D-B403-F5D31E9E7F5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10337" y="338151"/>
            <a:ext cx="2494268" cy="365125"/>
          </a:xfrm>
          <a:ln w="19050">
            <a:noFill/>
          </a:ln>
        </p:spPr>
        <p:txBody>
          <a:bodyPr anchor="ctr" anchorCtr="0">
            <a:noAutofit/>
          </a:bodyPr>
          <a:lstStyle>
            <a:lvl1pPr marL="0" indent="0" algn="r">
              <a:buNone/>
              <a:defRPr sz="800" i="0" cap="none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0" dirty="0"/>
              <a:t>Enter subtitle or breadcrumb here</a:t>
            </a:r>
          </a:p>
        </p:txBody>
      </p:sp>
    </p:spTree>
    <p:extLst>
      <p:ext uri="{BB962C8B-B14F-4D97-AF65-F5344CB8AC3E}">
        <p14:creationId xmlns:p14="http://schemas.microsoft.com/office/powerpoint/2010/main" val="3452759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left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17C966A-5C70-4CA7-9317-5830DC15A1FE}"/>
              </a:ext>
            </a:extLst>
          </p:cNvPr>
          <p:cNvSpPr/>
          <p:nvPr userDrawn="1"/>
        </p:nvSpPr>
        <p:spPr>
          <a:xfrm>
            <a:off x="-1" y="1070503"/>
            <a:ext cx="3400403" cy="5407134"/>
          </a:xfrm>
          <a:custGeom>
            <a:avLst/>
            <a:gdLst>
              <a:gd name="connsiteX0" fmla="*/ 0 w 3400403"/>
              <a:gd name="connsiteY0" fmla="*/ 0 h 5407134"/>
              <a:gd name="connsiteX1" fmla="*/ 3400403 w 3400403"/>
              <a:gd name="connsiteY1" fmla="*/ 0 h 5407134"/>
              <a:gd name="connsiteX2" fmla="*/ 2640480 w 3400403"/>
              <a:gd name="connsiteY2" fmla="*/ 5407134 h 5407134"/>
              <a:gd name="connsiteX3" fmla="*/ 0 w 3400403"/>
              <a:gd name="connsiteY3" fmla="*/ 5407134 h 540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00403" h="5407134">
                <a:moveTo>
                  <a:pt x="0" y="0"/>
                </a:moveTo>
                <a:lnTo>
                  <a:pt x="3400403" y="0"/>
                </a:lnTo>
                <a:lnTo>
                  <a:pt x="2640480" y="5407134"/>
                </a:lnTo>
                <a:lnTo>
                  <a:pt x="0" y="540713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827" y="173736"/>
            <a:ext cx="7843070" cy="90525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Enter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1842" y="1681399"/>
            <a:ext cx="8121283" cy="45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94394" y="338151"/>
            <a:ext cx="418732" cy="365125"/>
          </a:xfrm>
          <a:prstGeom prst="rect">
            <a:avLst/>
          </a:prstGeom>
          <a:ln>
            <a:noFill/>
          </a:ln>
        </p:spPr>
        <p:txBody>
          <a:bodyPr/>
          <a:lstStyle/>
          <a:p>
            <a:fld id="{2FCA49FF-A860-B34F-9B0D-8259E55517F9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2" name="Connecteur droit 7">
            <a:extLst>
              <a:ext uri="{FF2B5EF4-FFF2-40B4-BE49-F238E27FC236}">
                <a16:creationId xmlns:a16="http://schemas.microsoft.com/office/drawing/2014/main" id="{2B9CDFDF-35A2-4AA6-8F95-966F4FC1A42E}"/>
              </a:ext>
            </a:extLst>
          </p:cNvPr>
          <p:cNvCxnSpPr>
            <a:cxnSpLocks/>
          </p:cNvCxnSpPr>
          <p:nvPr userDrawn="1"/>
        </p:nvCxnSpPr>
        <p:spPr>
          <a:xfrm>
            <a:off x="0" y="1070503"/>
            <a:ext cx="12188952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A1AA35C1-6C44-429F-96D6-8A58D7B978DC}"/>
              </a:ext>
            </a:extLst>
          </p:cNvPr>
          <p:cNvGrpSpPr/>
          <p:nvPr userDrawn="1"/>
        </p:nvGrpSpPr>
        <p:grpSpPr>
          <a:xfrm>
            <a:off x="575184" y="1088095"/>
            <a:ext cx="1974850" cy="333614"/>
            <a:chOff x="2097498" y="1123192"/>
            <a:chExt cx="1896669" cy="320407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B57B1A1-03F5-43F8-9E19-F04A127C9308}"/>
                </a:ext>
              </a:extLst>
            </p:cNvPr>
            <p:cNvSpPr/>
            <p:nvPr userDrawn="1"/>
          </p:nvSpPr>
          <p:spPr>
            <a:xfrm rot="10800000">
              <a:off x="2097498" y="1123192"/>
              <a:ext cx="1896669" cy="320407"/>
            </a:xfrm>
            <a:custGeom>
              <a:avLst/>
              <a:gdLst>
                <a:gd name="connsiteX0" fmla="*/ 1839766 w 1884759"/>
                <a:gd name="connsiteY0" fmla="*/ 320407 h 320407"/>
                <a:gd name="connsiteX1" fmla="*/ 0 w 1884759"/>
                <a:gd name="connsiteY1" fmla="*/ 320407 h 320407"/>
                <a:gd name="connsiteX2" fmla="*/ 26715 w 1884759"/>
                <a:gd name="connsiteY2" fmla="*/ 129213 h 320407"/>
                <a:gd name="connsiteX3" fmla="*/ 190206 w 1884759"/>
                <a:gd name="connsiteY3" fmla="*/ 7 h 320407"/>
                <a:gd name="connsiteX4" fmla="*/ 1884759 w 1884759"/>
                <a:gd name="connsiteY4" fmla="*/ 385 h 320407"/>
                <a:gd name="connsiteX5" fmla="*/ 1839766 w 1884759"/>
                <a:gd name="connsiteY5" fmla="*/ 320407 h 320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84759" h="320407">
                  <a:moveTo>
                    <a:pt x="1839766" y="320407"/>
                  </a:moveTo>
                  <a:lnTo>
                    <a:pt x="0" y="320407"/>
                  </a:lnTo>
                  <a:lnTo>
                    <a:pt x="26715" y="129213"/>
                  </a:lnTo>
                  <a:cubicBezTo>
                    <a:pt x="40339" y="48693"/>
                    <a:pt x="101355" y="-685"/>
                    <a:pt x="190206" y="7"/>
                  </a:cubicBezTo>
                  <a:lnTo>
                    <a:pt x="1884759" y="385"/>
                  </a:lnTo>
                  <a:lnTo>
                    <a:pt x="1839766" y="32040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D0F58DC-1AC7-4B88-8426-D152D41A14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406869" y="1222010"/>
              <a:ext cx="1285022" cy="145670"/>
            </a:xfrm>
            <a:prstGeom prst="rect">
              <a:avLst/>
            </a:prstGeom>
          </p:spPr>
        </p:pic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5A79A1A-D7E8-4786-A3E7-36CB1EC45F4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575827" y="1681398"/>
            <a:ext cx="2191228" cy="45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ACFF94F8-9BA0-46BF-A75E-C626478F4BA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10337" y="338151"/>
            <a:ext cx="2494268" cy="365125"/>
          </a:xfrm>
          <a:ln w="19050">
            <a:noFill/>
          </a:ln>
        </p:spPr>
        <p:txBody>
          <a:bodyPr anchor="ctr" anchorCtr="0">
            <a:noAutofit/>
          </a:bodyPr>
          <a:lstStyle>
            <a:lvl1pPr marL="0" indent="0" algn="r">
              <a:buNone/>
              <a:defRPr sz="800" i="0" cap="none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0" dirty="0"/>
              <a:t>Enter subtitle or breadcrumb here</a:t>
            </a:r>
          </a:p>
        </p:txBody>
      </p:sp>
    </p:spTree>
    <p:extLst>
      <p:ext uri="{BB962C8B-B14F-4D97-AF65-F5344CB8AC3E}">
        <p14:creationId xmlns:p14="http://schemas.microsoft.com/office/powerpoint/2010/main" val="1433477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 panel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E5E6DDF-8358-43F6-9BAA-B185ECF60B0D}"/>
              </a:ext>
            </a:extLst>
          </p:cNvPr>
          <p:cNvSpPr/>
          <p:nvPr userDrawn="1"/>
        </p:nvSpPr>
        <p:spPr>
          <a:xfrm>
            <a:off x="-1" y="1070503"/>
            <a:ext cx="6442538" cy="5407200"/>
          </a:xfrm>
          <a:custGeom>
            <a:avLst/>
            <a:gdLst>
              <a:gd name="connsiteX0" fmla="*/ 0 w 6442538"/>
              <a:gd name="connsiteY0" fmla="*/ 0 h 5407200"/>
              <a:gd name="connsiteX1" fmla="*/ 3042135 w 6442538"/>
              <a:gd name="connsiteY1" fmla="*/ 0 h 5407200"/>
              <a:gd name="connsiteX2" fmla="*/ 6442538 w 6442538"/>
              <a:gd name="connsiteY2" fmla="*/ 0 h 5407200"/>
              <a:gd name="connsiteX3" fmla="*/ 5682615 w 6442538"/>
              <a:gd name="connsiteY3" fmla="*/ 5407134 h 5407200"/>
              <a:gd name="connsiteX4" fmla="*/ 3042135 w 6442538"/>
              <a:gd name="connsiteY4" fmla="*/ 5407134 h 5407200"/>
              <a:gd name="connsiteX5" fmla="*/ 3042135 w 6442538"/>
              <a:gd name="connsiteY5" fmla="*/ 5407200 h 5407200"/>
              <a:gd name="connsiteX6" fmla="*/ 0 w 6442538"/>
              <a:gd name="connsiteY6" fmla="*/ 5407200 h 540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42538" h="5407200">
                <a:moveTo>
                  <a:pt x="0" y="0"/>
                </a:moveTo>
                <a:lnTo>
                  <a:pt x="3042135" y="0"/>
                </a:lnTo>
                <a:lnTo>
                  <a:pt x="6442538" y="0"/>
                </a:lnTo>
                <a:lnTo>
                  <a:pt x="5682615" y="5407134"/>
                </a:lnTo>
                <a:lnTo>
                  <a:pt x="3042135" y="5407134"/>
                </a:lnTo>
                <a:lnTo>
                  <a:pt x="3042135" y="5407200"/>
                </a:lnTo>
                <a:lnTo>
                  <a:pt x="0" y="54072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827" y="173736"/>
            <a:ext cx="7843070" cy="90525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Enter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827" y="1681398"/>
            <a:ext cx="5220966" cy="45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94394" y="338151"/>
            <a:ext cx="418732" cy="365125"/>
          </a:xfrm>
          <a:prstGeom prst="rect">
            <a:avLst/>
          </a:prstGeom>
          <a:ln>
            <a:noFill/>
          </a:ln>
        </p:spPr>
        <p:txBody>
          <a:bodyPr/>
          <a:lstStyle/>
          <a:p>
            <a:fld id="{2FCA49FF-A860-B34F-9B0D-8259E55517F9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2" name="Connecteur droit 7">
            <a:extLst>
              <a:ext uri="{FF2B5EF4-FFF2-40B4-BE49-F238E27FC236}">
                <a16:creationId xmlns:a16="http://schemas.microsoft.com/office/drawing/2014/main" id="{2B9CDFDF-35A2-4AA6-8F95-966F4FC1A42E}"/>
              </a:ext>
            </a:extLst>
          </p:cNvPr>
          <p:cNvCxnSpPr>
            <a:cxnSpLocks/>
          </p:cNvCxnSpPr>
          <p:nvPr userDrawn="1"/>
        </p:nvCxnSpPr>
        <p:spPr>
          <a:xfrm>
            <a:off x="0" y="1070503"/>
            <a:ext cx="12188952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A1AA35C1-6C44-429F-96D6-8A58D7B978DC}"/>
              </a:ext>
            </a:extLst>
          </p:cNvPr>
          <p:cNvGrpSpPr/>
          <p:nvPr userDrawn="1"/>
        </p:nvGrpSpPr>
        <p:grpSpPr>
          <a:xfrm>
            <a:off x="575827" y="1088095"/>
            <a:ext cx="1974850" cy="333614"/>
            <a:chOff x="2097498" y="1123192"/>
            <a:chExt cx="1896669" cy="320407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B57B1A1-03F5-43F8-9E19-F04A127C9308}"/>
                </a:ext>
              </a:extLst>
            </p:cNvPr>
            <p:cNvSpPr/>
            <p:nvPr userDrawn="1"/>
          </p:nvSpPr>
          <p:spPr>
            <a:xfrm rot="10800000">
              <a:off x="2097498" y="1123192"/>
              <a:ext cx="1896669" cy="320407"/>
            </a:xfrm>
            <a:custGeom>
              <a:avLst/>
              <a:gdLst>
                <a:gd name="connsiteX0" fmla="*/ 1839766 w 1884759"/>
                <a:gd name="connsiteY0" fmla="*/ 320407 h 320407"/>
                <a:gd name="connsiteX1" fmla="*/ 0 w 1884759"/>
                <a:gd name="connsiteY1" fmla="*/ 320407 h 320407"/>
                <a:gd name="connsiteX2" fmla="*/ 26715 w 1884759"/>
                <a:gd name="connsiteY2" fmla="*/ 129213 h 320407"/>
                <a:gd name="connsiteX3" fmla="*/ 190206 w 1884759"/>
                <a:gd name="connsiteY3" fmla="*/ 7 h 320407"/>
                <a:gd name="connsiteX4" fmla="*/ 1884759 w 1884759"/>
                <a:gd name="connsiteY4" fmla="*/ 385 h 320407"/>
                <a:gd name="connsiteX5" fmla="*/ 1839766 w 1884759"/>
                <a:gd name="connsiteY5" fmla="*/ 320407 h 320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84759" h="320407">
                  <a:moveTo>
                    <a:pt x="1839766" y="320407"/>
                  </a:moveTo>
                  <a:lnTo>
                    <a:pt x="0" y="320407"/>
                  </a:lnTo>
                  <a:lnTo>
                    <a:pt x="26715" y="129213"/>
                  </a:lnTo>
                  <a:cubicBezTo>
                    <a:pt x="40339" y="48693"/>
                    <a:pt x="101355" y="-685"/>
                    <a:pt x="190206" y="7"/>
                  </a:cubicBezTo>
                  <a:lnTo>
                    <a:pt x="1884759" y="385"/>
                  </a:lnTo>
                  <a:lnTo>
                    <a:pt x="1839766" y="32040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D0F58DC-1AC7-4B88-8426-D152D41A14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406869" y="1222010"/>
              <a:ext cx="1285022" cy="145670"/>
            </a:xfrm>
            <a:prstGeom prst="rect">
              <a:avLst/>
            </a:prstGeom>
          </p:spPr>
        </p:pic>
      </p:grp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24B23AA-F1AD-4853-B851-D0A2D1881D5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6370086" y="1681398"/>
            <a:ext cx="5243040" cy="45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036CFB91-6EB4-4496-856C-6E269686078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10337" y="338151"/>
            <a:ext cx="2494268" cy="365125"/>
          </a:xfrm>
          <a:ln w="19050">
            <a:noFill/>
          </a:ln>
        </p:spPr>
        <p:txBody>
          <a:bodyPr anchor="ctr" anchorCtr="0">
            <a:noAutofit/>
          </a:bodyPr>
          <a:lstStyle>
            <a:lvl1pPr marL="0" indent="0" algn="r">
              <a:buNone/>
              <a:defRPr sz="800" i="0" cap="none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0" dirty="0"/>
              <a:t>Enter subtitle or breadcrumb here</a:t>
            </a:r>
          </a:p>
        </p:txBody>
      </p:sp>
    </p:spTree>
    <p:extLst>
      <p:ext uri="{BB962C8B-B14F-4D97-AF65-F5344CB8AC3E}">
        <p14:creationId xmlns:p14="http://schemas.microsoft.com/office/powerpoint/2010/main" val="1201860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 panel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66202AA-0E70-482C-89D4-361EEEED736B}"/>
              </a:ext>
            </a:extLst>
          </p:cNvPr>
          <p:cNvSpPr/>
          <p:nvPr userDrawn="1"/>
        </p:nvSpPr>
        <p:spPr>
          <a:xfrm>
            <a:off x="3214465" y="1070437"/>
            <a:ext cx="6442538" cy="5407200"/>
          </a:xfrm>
          <a:custGeom>
            <a:avLst/>
            <a:gdLst>
              <a:gd name="connsiteX0" fmla="*/ 0 w 6442538"/>
              <a:gd name="connsiteY0" fmla="*/ 0 h 5407200"/>
              <a:gd name="connsiteX1" fmla="*/ 3042135 w 6442538"/>
              <a:gd name="connsiteY1" fmla="*/ 0 h 5407200"/>
              <a:gd name="connsiteX2" fmla="*/ 6442538 w 6442538"/>
              <a:gd name="connsiteY2" fmla="*/ 0 h 5407200"/>
              <a:gd name="connsiteX3" fmla="*/ 5682615 w 6442538"/>
              <a:gd name="connsiteY3" fmla="*/ 5407134 h 5407200"/>
              <a:gd name="connsiteX4" fmla="*/ 3042135 w 6442538"/>
              <a:gd name="connsiteY4" fmla="*/ 5407134 h 5407200"/>
              <a:gd name="connsiteX5" fmla="*/ 3042135 w 6442538"/>
              <a:gd name="connsiteY5" fmla="*/ 5407200 h 5407200"/>
              <a:gd name="connsiteX6" fmla="*/ 0 w 6442538"/>
              <a:gd name="connsiteY6" fmla="*/ 5407200 h 540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42538" h="5407200">
                <a:moveTo>
                  <a:pt x="0" y="0"/>
                </a:moveTo>
                <a:lnTo>
                  <a:pt x="3042135" y="0"/>
                </a:lnTo>
                <a:lnTo>
                  <a:pt x="6442538" y="0"/>
                </a:lnTo>
                <a:lnTo>
                  <a:pt x="5682615" y="5407134"/>
                </a:lnTo>
                <a:lnTo>
                  <a:pt x="3042135" y="5407134"/>
                </a:lnTo>
                <a:lnTo>
                  <a:pt x="3042135" y="5407200"/>
                </a:lnTo>
                <a:lnTo>
                  <a:pt x="0" y="540720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74410E1-B985-917A-6840-7176A43F2C31}"/>
              </a:ext>
            </a:extLst>
          </p:cNvPr>
          <p:cNvSpPr/>
          <p:nvPr userDrawn="1"/>
        </p:nvSpPr>
        <p:spPr>
          <a:xfrm flipH="1" flipV="1">
            <a:off x="7672740" y="1070437"/>
            <a:ext cx="4509408" cy="5407200"/>
          </a:xfrm>
          <a:custGeom>
            <a:avLst/>
            <a:gdLst>
              <a:gd name="connsiteX0" fmla="*/ 1109005 w 4509408"/>
              <a:gd name="connsiteY0" fmla="*/ 5407200 h 5407200"/>
              <a:gd name="connsiteX1" fmla="*/ 0 w 4509408"/>
              <a:gd name="connsiteY1" fmla="*/ 5407200 h 5407200"/>
              <a:gd name="connsiteX2" fmla="*/ 0 w 4509408"/>
              <a:gd name="connsiteY2" fmla="*/ 0 h 5407200"/>
              <a:gd name="connsiteX3" fmla="*/ 1109005 w 4509408"/>
              <a:gd name="connsiteY3" fmla="*/ 0 h 5407200"/>
              <a:gd name="connsiteX4" fmla="*/ 4509408 w 4509408"/>
              <a:gd name="connsiteY4" fmla="*/ 0 h 5407200"/>
              <a:gd name="connsiteX5" fmla="*/ 3749485 w 4509408"/>
              <a:gd name="connsiteY5" fmla="*/ 5407134 h 5407200"/>
              <a:gd name="connsiteX6" fmla="*/ 1109005 w 4509408"/>
              <a:gd name="connsiteY6" fmla="*/ 5407134 h 5407200"/>
              <a:gd name="connsiteX7" fmla="*/ 1109005 w 4509408"/>
              <a:gd name="connsiteY7" fmla="*/ 5407200 h 540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09408" h="5407200">
                <a:moveTo>
                  <a:pt x="1109005" y="5407200"/>
                </a:moveTo>
                <a:lnTo>
                  <a:pt x="0" y="5407200"/>
                </a:lnTo>
                <a:lnTo>
                  <a:pt x="0" y="0"/>
                </a:lnTo>
                <a:lnTo>
                  <a:pt x="1109005" y="0"/>
                </a:lnTo>
                <a:lnTo>
                  <a:pt x="4509408" y="0"/>
                </a:lnTo>
                <a:lnTo>
                  <a:pt x="3749485" y="5407134"/>
                </a:lnTo>
                <a:lnTo>
                  <a:pt x="1109005" y="5407134"/>
                </a:lnTo>
                <a:lnTo>
                  <a:pt x="1109005" y="54072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6E2A018-580D-4C36-B803-48DA683A061D}"/>
              </a:ext>
            </a:extLst>
          </p:cNvPr>
          <p:cNvSpPr/>
          <p:nvPr userDrawn="1"/>
        </p:nvSpPr>
        <p:spPr>
          <a:xfrm>
            <a:off x="0" y="1070503"/>
            <a:ext cx="4330480" cy="5407200"/>
          </a:xfrm>
          <a:custGeom>
            <a:avLst/>
            <a:gdLst>
              <a:gd name="connsiteX0" fmla="*/ 0 w 4330480"/>
              <a:gd name="connsiteY0" fmla="*/ 0 h 5407200"/>
              <a:gd name="connsiteX1" fmla="*/ 930077 w 4330480"/>
              <a:gd name="connsiteY1" fmla="*/ 0 h 5407200"/>
              <a:gd name="connsiteX2" fmla="*/ 4330480 w 4330480"/>
              <a:gd name="connsiteY2" fmla="*/ 0 h 5407200"/>
              <a:gd name="connsiteX3" fmla="*/ 3570557 w 4330480"/>
              <a:gd name="connsiteY3" fmla="*/ 5407134 h 5407200"/>
              <a:gd name="connsiteX4" fmla="*/ 930077 w 4330480"/>
              <a:gd name="connsiteY4" fmla="*/ 5407134 h 5407200"/>
              <a:gd name="connsiteX5" fmla="*/ 930077 w 4330480"/>
              <a:gd name="connsiteY5" fmla="*/ 5407200 h 5407200"/>
              <a:gd name="connsiteX6" fmla="*/ 0 w 4330480"/>
              <a:gd name="connsiteY6" fmla="*/ 5407200 h 540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30480" h="5407200">
                <a:moveTo>
                  <a:pt x="0" y="0"/>
                </a:moveTo>
                <a:lnTo>
                  <a:pt x="930077" y="0"/>
                </a:lnTo>
                <a:lnTo>
                  <a:pt x="4330480" y="0"/>
                </a:lnTo>
                <a:lnTo>
                  <a:pt x="3570557" y="5407134"/>
                </a:lnTo>
                <a:lnTo>
                  <a:pt x="930077" y="5407134"/>
                </a:lnTo>
                <a:lnTo>
                  <a:pt x="930077" y="5407200"/>
                </a:lnTo>
                <a:lnTo>
                  <a:pt x="0" y="54072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826" y="173736"/>
            <a:ext cx="7679545" cy="90525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Enter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827" y="1681398"/>
            <a:ext cx="3102094" cy="45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Connecteur droit 7">
            <a:extLst>
              <a:ext uri="{FF2B5EF4-FFF2-40B4-BE49-F238E27FC236}">
                <a16:creationId xmlns:a16="http://schemas.microsoft.com/office/drawing/2014/main" id="{2B9CDFDF-35A2-4AA6-8F95-966F4FC1A42E}"/>
              </a:ext>
            </a:extLst>
          </p:cNvPr>
          <p:cNvCxnSpPr>
            <a:cxnSpLocks/>
          </p:cNvCxnSpPr>
          <p:nvPr userDrawn="1"/>
        </p:nvCxnSpPr>
        <p:spPr>
          <a:xfrm>
            <a:off x="0" y="1070503"/>
            <a:ext cx="12188952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A1AA35C1-6C44-429F-96D6-8A58D7B978DC}"/>
              </a:ext>
            </a:extLst>
          </p:cNvPr>
          <p:cNvGrpSpPr/>
          <p:nvPr userDrawn="1"/>
        </p:nvGrpSpPr>
        <p:grpSpPr>
          <a:xfrm>
            <a:off x="575827" y="1088095"/>
            <a:ext cx="1974850" cy="333614"/>
            <a:chOff x="2097498" y="1123192"/>
            <a:chExt cx="1896669" cy="320407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B57B1A1-03F5-43F8-9E19-F04A127C9308}"/>
                </a:ext>
              </a:extLst>
            </p:cNvPr>
            <p:cNvSpPr/>
            <p:nvPr userDrawn="1"/>
          </p:nvSpPr>
          <p:spPr>
            <a:xfrm rot="10800000">
              <a:off x="2097498" y="1123192"/>
              <a:ext cx="1896669" cy="320407"/>
            </a:xfrm>
            <a:custGeom>
              <a:avLst/>
              <a:gdLst>
                <a:gd name="connsiteX0" fmla="*/ 1839766 w 1884759"/>
                <a:gd name="connsiteY0" fmla="*/ 320407 h 320407"/>
                <a:gd name="connsiteX1" fmla="*/ 0 w 1884759"/>
                <a:gd name="connsiteY1" fmla="*/ 320407 h 320407"/>
                <a:gd name="connsiteX2" fmla="*/ 26715 w 1884759"/>
                <a:gd name="connsiteY2" fmla="*/ 129213 h 320407"/>
                <a:gd name="connsiteX3" fmla="*/ 190206 w 1884759"/>
                <a:gd name="connsiteY3" fmla="*/ 7 h 320407"/>
                <a:gd name="connsiteX4" fmla="*/ 1884759 w 1884759"/>
                <a:gd name="connsiteY4" fmla="*/ 385 h 320407"/>
                <a:gd name="connsiteX5" fmla="*/ 1839766 w 1884759"/>
                <a:gd name="connsiteY5" fmla="*/ 320407 h 320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84759" h="320407">
                  <a:moveTo>
                    <a:pt x="1839766" y="320407"/>
                  </a:moveTo>
                  <a:lnTo>
                    <a:pt x="0" y="320407"/>
                  </a:lnTo>
                  <a:lnTo>
                    <a:pt x="26715" y="129213"/>
                  </a:lnTo>
                  <a:cubicBezTo>
                    <a:pt x="40339" y="48693"/>
                    <a:pt x="101355" y="-685"/>
                    <a:pt x="190206" y="7"/>
                  </a:cubicBezTo>
                  <a:lnTo>
                    <a:pt x="1884759" y="385"/>
                  </a:lnTo>
                  <a:lnTo>
                    <a:pt x="1839766" y="32040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D0F58DC-1AC7-4B88-8426-D152D41A14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406869" y="1222010"/>
              <a:ext cx="1285022" cy="145670"/>
            </a:xfrm>
            <a:prstGeom prst="rect">
              <a:avLst/>
            </a:prstGeom>
          </p:spPr>
        </p:pic>
      </p:grp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A66ECDA-2C1E-4D0E-8345-590FE05A535F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241032" y="1681398"/>
            <a:ext cx="3785368" cy="45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D8363ED-BAB2-4210-A2F2-B5B1B8AD56DB}"/>
              </a:ext>
            </a:extLst>
          </p:cNvPr>
          <p:cNvSpPr>
            <a:spLocks noGrp="1"/>
          </p:cNvSpPr>
          <p:nvPr>
            <p:ph idx="31"/>
          </p:nvPr>
        </p:nvSpPr>
        <p:spPr>
          <a:xfrm>
            <a:off x="8489964" y="1681398"/>
            <a:ext cx="3123161" cy="45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BFC438EE-2F14-4CBF-94B7-AA959949932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10337" y="338151"/>
            <a:ext cx="2494268" cy="365125"/>
          </a:xfrm>
          <a:ln w="19050">
            <a:noFill/>
          </a:ln>
        </p:spPr>
        <p:txBody>
          <a:bodyPr anchor="ctr" anchorCtr="0">
            <a:noAutofit/>
          </a:bodyPr>
          <a:lstStyle>
            <a:lvl1pPr marL="0" indent="0" algn="r">
              <a:buNone/>
              <a:defRPr sz="800" i="0" cap="none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0" dirty="0"/>
              <a:t>Enter subtitle or breadcrumb here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DC714B6-3D5C-E2D7-B977-45552802F0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0363" y="6253213"/>
            <a:ext cx="1175810" cy="47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626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72F777B-FD74-4933-A97F-C1F780E71D9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618879" y="1800519"/>
            <a:ext cx="3994247" cy="3898266"/>
          </a:xfrm>
          <a:custGeom>
            <a:avLst/>
            <a:gdLst>
              <a:gd name="connsiteX0" fmla="*/ 300990 w 2061210"/>
              <a:gd name="connsiteY0" fmla="*/ 0 h 2011680"/>
              <a:gd name="connsiteX1" fmla="*/ 2061210 w 2061210"/>
              <a:gd name="connsiteY1" fmla="*/ 0 h 2011680"/>
              <a:gd name="connsiteX2" fmla="*/ 1798320 w 2061210"/>
              <a:gd name="connsiteY2" fmla="*/ 1831972 h 2011680"/>
              <a:gd name="connsiteX3" fmla="*/ 1626232 w 2061210"/>
              <a:gd name="connsiteY3" fmla="*/ 2004060 h 2011680"/>
              <a:gd name="connsiteX4" fmla="*/ 0 w 2061210"/>
              <a:gd name="connsiteY4" fmla="*/ 2011680 h 201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1210" h="2011680">
                <a:moveTo>
                  <a:pt x="300990" y="0"/>
                </a:moveTo>
                <a:lnTo>
                  <a:pt x="2061210" y="0"/>
                </a:lnTo>
                <a:lnTo>
                  <a:pt x="1798320" y="1831972"/>
                </a:lnTo>
                <a:cubicBezTo>
                  <a:pt x="1798320" y="1927014"/>
                  <a:pt x="1721274" y="2004060"/>
                  <a:pt x="1626232" y="2004060"/>
                </a:cubicBezTo>
                <a:lnTo>
                  <a:pt x="0" y="2011680"/>
                </a:lnTo>
                <a:close/>
              </a:path>
            </a:pathLst>
          </a:custGeom>
          <a:ln w="25400">
            <a:solidFill>
              <a:schemeClr val="bg2"/>
            </a:solidFill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826" y="1825627"/>
            <a:ext cx="6116639" cy="41572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Connecteur droit 7">
            <a:extLst>
              <a:ext uri="{FF2B5EF4-FFF2-40B4-BE49-F238E27FC236}">
                <a16:creationId xmlns:a16="http://schemas.microsoft.com/office/drawing/2014/main" id="{0F1B70C8-F615-4311-8DF2-66DBF44A89FA}"/>
              </a:ext>
            </a:extLst>
          </p:cNvPr>
          <p:cNvCxnSpPr>
            <a:cxnSpLocks/>
          </p:cNvCxnSpPr>
          <p:nvPr userDrawn="1"/>
        </p:nvCxnSpPr>
        <p:spPr>
          <a:xfrm>
            <a:off x="0" y="1070503"/>
            <a:ext cx="12188952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CC89EF9-0F20-4267-9B37-6C673BF972A5}"/>
              </a:ext>
            </a:extLst>
          </p:cNvPr>
          <p:cNvGrpSpPr/>
          <p:nvPr userDrawn="1"/>
        </p:nvGrpSpPr>
        <p:grpSpPr>
          <a:xfrm>
            <a:off x="575827" y="1088095"/>
            <a:ext cx="1974850" cy="333614"/>
            <a:chOff x="2097498" y="1123192"/>
            <a:chExt cx="1896669" cy="32040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41A3865-4696-4B4C-9208-A14A6C5C0AFA}"/>
                </a:ext>
              </a:extLst>
            </p:cNvPr>
            <p:cNvSpPr/>
            <p:nvPr userDrawn="1"/>
          </p:nvSpPr>
          <p:spPr>
            <a:xfrm rot="10800000">
              <a:off x="2097498" y="1123192"/>
              <a:ext cx="1896669" cy="320407"/>
            </a:xfrm>
            <a:custGeom>
              <a:avLst/>
              <a:gdLst>
                <a:gd name="connsiteX0" fmla="*/ 1839766 w 1884759"/>
                <a:gd name="connsiteY0" fmla="*/ 320407 h 320407"/>
                <a:gd name="connsiteX1" fmla="*/ 0 w 1884759"/>
                <a:gd name="connsiteY1" fmla="*/ 320407 h 320407"/>
                <a:gd name="connsiteX2" fmla="*/ 26715 w 1884759"/>
                <a:gd name="connsiteY2" fmla="*/ 129213 h 320407"/>
                <a:gd name="connsiteX3" fmla="*/ 190206 w 1884759"/>
                <a:gd name="connsiteY3" fmla="*/ 7 h 320407"/>
                <a:gd name="connsiteX4" fmla="*/ 1884759 w 1884759"/>
                <a:gd name="connsiteY4" fmla="*/ 385 h 320407"/>
                <a:gd name="connsiteX5" fmla="*/ 1839766 w 1884759"/>
                <a:gd name="connsiteY5" fmla="*/ 320407 h 320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84759" h="320407">
                  <a:moveTo>
                    <a:pt x="1839766" y="320407"/>
                  </a:moveTo>
                  <a:lnTo>
                    <a:pt x="0" y="320407"/>
                  </a:lnTo>
                  <a:lnTo>
                    <a:pt x="26715" y="129213"/>
                  </a:lnTo>
                  <a:cubicBezTo>
                    <a:pt x="40339" y="48693"/>
                    <a:pt x="101355" y="-685"/>
                    <a:pt x="190206" y="7"/>
                  </a:cubicBezTo>
                  <a:lnTo>
                    <a:pt x="1884759" y="385"/>
                  </a:lnTo>
                  <a:lnTo>
                    <a:pt x="1839766" y="32040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B9ECAD2-DFA1-41C2-BEC1-0A86BD7BC6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406869" y="1222010"/>
              <a:ext cx="1285022" cy="145670"/>
            </a:xfrm>
            <a:prstGeom prst="rect">
              <a:avLst/>
            </a:prstGeom>
          </p:spPr>
        </p:pic>
      </p:grp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021AC1C-BBEF-4F44-9D24-9C65CAD98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394" y="338151"/>
            <a:ext cx="418732" cy="365125"/>
          </a:xfrm>
          <a:prstGeom prst="rect">
            <a:avLst/>
          </a:prstGeom>
          <a:ln>
            <a:noFill/>
          </a:ln>
        </p:spPr>
        <p:txBody>
          <a:bodyPr/>
          <a:lstStyle/>
          <a:p>
            <a:fld id="{2FCA49FF-A860-B34F-9B0D-8259E55517F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39D8F79F-27CA-4D45-8CF1-4EFCDFDA2C0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10337" y="338151"/>
            <a:ext cx="2494268" cy="365125"/>
          </a:xfrm>
          <a:ln w="19050">
            <a:noFill/>
          </a:ln>
        </p:spPr>
        <p:txBody>
          <a:bodyPr anchor="ctr" anchorCtr="0">
            <a:noAutofit/>
          </a:bodyPr>
          <a:lstStyle>
            <a:lvl1pPr marL="0" indent="0" algn="r">
              <a:buNone/>
              <a:defRPr sz="800" i="0" cap="none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0" dirty="0"/>
              <a:t>Enter subtitle or breadcrumb here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B23C3A6-4E17-436F-BB93-E3992B876A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827" y="173736"/>
            <a:ext cx="7744721" cy="90525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Enter title</a:t>
            </a:r>
          </a:p>
        </p:txBody>
      </p:sp>
    </p:spTree>
    <p:extLst>
      <p:ext uri="{BB962C8B-B14F-4D97-AF65-F5344CB8AC3E}">
        <p14:creationId xmlns:p14="http://schemas.microsoft.com/office/powerpoint/2010/main" val="705165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  <p15:guide id="2" orient="horz" pos="358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A295F2E-D333-47EB-866B-532B81B490D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75988" y="1874308"/>
            <a:ext cx="2061211" cy="2011680"/>
          </a:xfrm>
          <a:custGeom>
            <a:avLst/>
            <a:gdLst>
              <a:gd name="connsiteX0" fmla="*/ 300990 w 2061210"/>
              <a:gd name="connsiteY0" fmla="*/ 0 h 2011680"/>
              <a:gd name="connsiteX1" fmla="*/ 2061210 w 2061210"/>
              <a:gd name="connsiteY1" fmla="*/ 0 h 2011680"/>
              <a:gd name="connsiteX2" fmla="*/ 1798320 w 2061210"/>
              <a:gd name="connsiteY2" fmla="*/ 1831972 h 2011680"/>
              <a:gd name="connsiteX3" fmla="*/ 1626232 w 2061210"/>
              <a:gd name="connsiteY3" fmla="*/ 2004060 h 2011680"/>
              <a:gd name="connsiteX4" fmla="*/ 0 w 2061210"/>
              <a:gd name="connsiteY4" fmla="*/ 2011680 h 201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1210" h="2011680">
                <a:moveTo>
                  <a:pt x="300990" y="0"/>
                </a:moveTo>
                <a:lnTo>
                  <a:pt x="2061210" y="0"/>
                </a:lnTo>
                <a:lnTo>
                  <a:pt x="1798320" y="1831972"/>
                </a:lnTo>
                <a:cubicBezTo>
                  <a:pt x="1798320" y="1927014"/>
                  <a:pt x="1721274" y="2004060"/>
                  <a:pt x="1626232" y="2004060"/>
                </a:cubicBezTo>
                <a:lnTo>
                  <a:pt x="0" y="2011680"/>
                </a:lnTo>
                <a:close/>
              </a:path>
            </a:pathLst>
          </a:custGeom>
          <a:ln w="25400">
            <a:solidFill>
              <a:schemeClr val="bg2"/>
            </a:solidFill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Espace réservé du texte 12">
            <a:extLst>
              <a:ext uri="{FF2B5EF4-FFF2-40B4-BE49-F238E27FC236}">
                <a16:creationId xmlns:a16="http://schemas.microsoft.com/office/drawing/2014/main" id="{E0584DF1-B0F0-EA40-A641-A2A51B81E9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5988" y="4080070"/>
            <a:ext cx="2250000" cy="8166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noProof="0" dirty="0"/>
              <a:t>First Name</a:t>
            </a:r>
            <a:br>
              <a:rPr lang="en-US" noProof="0" dirty="0"/>
            </a:br>
            <a:r>
              <a:rPr lang="en-US" noProof="0" dirty="0"/>
              <a:t>Last Name</a:t>
            </a:r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CD945917-5BF8-6B48-AE01-8D23FB29045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5988" y="4982595"/>
            <a:ext cx="2250000" cy="8166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860"/>
              </a:lnSpc>
              <a:buNone/>
              <a:defRPr sz="16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24" name="Espace réservé du texte 12">
            <a:extLst>
              <a:ext uri="{FF2B5EF4-FFF2-40B4-BE49-F238E27FC236}">
                <a16:creationId xmlns:a16="http://schemas.microsoft.com/office/drawing/2014/main" id="{BACAE028-DB65-4A45-B1C4-1ED543691B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67909" y="4080070"/>
            <a:ext cx="2249418" cy="8166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noProof="0" dirty="0"/>
              <a:t>First Name</a:t>
            </a:r>
            <a:br>
              <a:rPr lang="en-US" noProof="0" dirty="0"/>
            </a:br>
            <a:r>
              <a:rPr lang="en-US" noProof="0" dirty="0"/>
              <a:t>Last Name</a:t>
            </a:r>
          </a:p>
        </p:txBody>
      </p:sp>
      <p:sp>
        <p:nvSpPr>
          <p:cNvPr id="25" name="Espace réservé du texte 12">
            <a:extLst>
              <a:ext uri="{FF2B5EF4-FFF2-40B4-BE49-F238E27FC236}">
                <a16:creationId xmlns:a16="http://schemas.microsoft.com/office/drawing/2014/main" id="{E8BF2825-88DB-2E44-9E4C-2A04C9FE57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67909" y="4982595"/>
            <a:ext cx="2249418" cy="8166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860"/>
              </a:lnSpc>
              <a:buNone/>
              <a:defRPr sz="1600"/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26" name="Espace réservé du texte 12">
            <a:extLst>
              <a:ext uri="{FF2B5EF4-FFF2-40B4-BE49-F238E27FC236}">
                <a16:creationId xmlns:a16="http://schemas.microsoft.com/office/drawing/2014/main" id="{9BB2FE53-4177-0B45-BBC8-AA14846353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59831" y="4080070"/>
            <a:ext cx="2234221" cy="8166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noProof="0" dirty="0"/>
              <a:t>First Name</a:t>
            </a:r>
            <a:br>
              <a:rPr lang="en-US" noProof="0" dirty="0"/>
            </a:br>
            <a:r>
              <a:rPr lang="en-US" noProof="0" dirty="0"/>
              <a:t>Last Name</a:t>
            </a:r>
          </a:p>
        </p:txBody>
      </p:sp>
      <p:sp>
        <p:nvSpPr>
          <p:cNvPr id="27" name="Espace réservé du texte 12">
            <a:extLst>
              <a:ext uri="{FF2B5EF4-FFF2-40B4-BE49-F238E27FC236}">
                <a16:creationId xmlns:a16="http://schemas.microsoft.com/office/drawing/2014/main" id="{2F7A7C94-E671-9F41-9D0B-324328A16F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59831" y="4982595"/>
            <a:ext cx="2234221" cy="8166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860"/>
              </a:lnSpc>
              <a:buNone/>
              <a:defRPr sz="16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28" name="Espace réservé du texte 12">
            <a:extLst>
              <a:ext uri="{FF2B5EF4-FFF2-40B4-BE49-F238E27FC236}">
                <a16:creationId xmlns:a16="http://schemas.microsoft.com/office/drawing/2014/main" id="{17A5013F-5CFD-CE47-983A-205D3EC37C0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51753" y="4080070"/>
            <a:ext cx="2061372" cy="8166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noProof="0" dirty="0"/>
              <a:t>First Name</a:t>
            </a:r>
            <a:br>
              <a:rPr lang="en-US" noProof="0" dirty="0"/>
            </a:br>
            <a:r>
              <a:rPr lang="en-US" noProof="0" dirty="0"/>
              <a:t>Last Name</a:t>
            </a:r>
          </a:p>
        </p:txBody>
      </p:sp>
      <p:sp>
        <p:nvSpPr>
          <p:cNvPr id="29" name="Espace réservé du texte 12">
            <a:extLst>
              <a:ext uri="{FF2B5EF4-FFF2-40B4-BE49-F238E27FC236}">
                <a16:creationId xmlns:a16="http://schemas.microsoft.com/office/drawing/2014/main" id="{DD17699D-C810-D14E-82A2-94DE1617C71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51753" y="4982595"/>
            <a:ext cx="2061372" cy="8166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860"/>
              </a:lnSpc>
              <a:buNone/>
              <a:defRPr sz="16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5BFE4BB4-1913-4FCD-B981-C69A3DC9ABC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567910" y="1874308"/>
            <a:ext cx="2061211" cy="2011680"/>
          </a:xfrm>
          <a:custGeom>
            <a:avLst/>
            <a:gdLst>
              <a:gd name="connsiteX0" fmla="*/ 300990 w 2061210"/>
              <a:gd name="connsiteY0" fmla="*/ 0 h 2011680"/>
              <a:gd name="connsiteX1" fmla="*/ 2061210 w 2061210"/>
              <a:gd name="connsiteY1" fmla="*/ 0 h 2011680"/>
              <a:gd name="connsiteX2" fmla="*/ 1798320 w 2061210"/>
              <a:gd name="connsiteY2" fmla="*/ 1831972 h 2011680"/>
              <a:gd name="connsiteX3" fmla="*/ 1626232 w 2061210"/>
              <a:gd name="connsiteY3" fmla="*/ 2004060 h 2011680"/>
              <a:gd name="connsiteX4" fmla="*/ 0 w 2061210"/>
              <a:gd name="connsiteY4" fmla="*/ 2011680 h 201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1210" h="2011680">
                <a:moveTo>
                  <a:pt x="300990" y="0"/>
                </a:moveTo>
                <a:lnTo>
                  <a:pt x="2061210" y="0"/>
                </a:lnTo>
                <a:lnTo>
                  <a:pt x="1798320" y="1831972"/>
                </a:lnTo>
                <a:cubicBezTo>
                  <a:pt x="1798320" y="1927014"/>
                  <a:pt x="1721274" y="2004060"/>
                  <a:pt x="1626232" y="2004060"/>
                </a:cubicBezTo>
                <a:lnTo>
                  <a:pt x="0" y="2011680"/>
                </a:lnTo>
                <a:close/>
              </a:path>
            </a:pathLst>
          </a:custGeom>
          <a:ln w="25400">
            <a:solidFill>
              <a:schemeClr val="bg2"/>
            </a:solidFill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C7C4793-8A74-47E7-9778-1736A5699C7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559832" y="1874308"/>
            <a:ext cx="2061211" cy="2011680"/>
          </a:xfrm>
          <a:custGeom>
            <a:avLst/>
            <a:gdLst>
              <a:gd name="connsiteX0" fmla="*/ 300990 w 2061210"/>
              <a:gd name="connsiteY0" fmla="*/ 0 h 2011680"/>
              <a:gd name="connsiteX1" fmla="*/ 2061210 w 2061210"/>
              <a:gd name="connsiteY1" fmla="*/ 0 h 2011680"/>
              <a:gd name="connsiteX2" fmla="*/ 1798320 w 2061210"/>
              <a:gd name="connsiteY2" fmla="*/ 1831972 h 2011680"/>
              <a:gd name="connsiteX3" fmla="*/ 1626232 w 2061210"/>
              <a:gd name="connsiteY3" fmla="*/ 2004060 h 2011680"/>
              <a:gd name="connsiteX4" fmla="*/ 0 w 2061210"/>
              <a:gd name="connsiteY4" fmla="*/ 2011680 h 201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1210" h="2011680">
                <a:moveTo>
                  <a:pt x="300990" y="0"/>
                </a:moveTo>
                <a:lnTo>
                  <a:pt x="2061210" y="0"/>
                </a:lnTo>
                <a:lnTo>
                  <a:pt x="1798320" y="1831972"/>
                </a:lnTo>
                <a:cubicBezTo>
                  <a:pt x="1798320" y="1927014"/>
                  <a:pt x="1721274" y="2004060"/>
                  <a:pt x="1626232" y="2004060"/>
                </a:cubicBezTo>
                <a:lnTo>
                  <a:pt x="0" y="2011680"/>
                </a:lnTo>
                <a:close/>
              </a:path>
            </a:pathLst>
          </a:custGeom>
          <a:ln w="25400">
            <a:solidFill>
              <a:schemeClr val="bg2"/>
            </a:solidFill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E4BD4B65-61C2-4D42-A521-553CE3B7859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551753" y="1874308"/>
            <a:ext cx="2061211" cy="2011680"/>
          </a:xfrm>
          <a:custGeom>
            <a:avLst/>
            <a:gdLst>
              <a:gd name="connsiteX0" fmla="*/ 300990 w 2061210"/>
              <a:gd name="connsiteY0" fmla="*/ 0 h 2011680"/>
              <a:gd name="connsiteX1" fmla="*/ 2061210 w 2061210"/>
              <a:gd name="connsiteY1" fmla="*/ 0 h 2011680"/>
              <a:gd name="connsiteX2" fmla="*/ 1798320 w 2061210"/>
              <a:gd name="connsiteY2" fmla="*/ 1831972 h 2011680"/>
              <a:gd name="connsiteX3" fmla="*/ 1626232 w 2061210"/>
              <a:gd name="connsiteY3" fmla="*/ 2004060 h 2011680"/>
              <a:gd name="connsiteX4" fmla="*/ 0 w 2061210"/>
              <a:gd name="connsiteY4" fmla="*/ 2011680 h 201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1210" h="2011680">
                <a:moveTo>
                  <a:pt x="300990" y="0"/>
                </a:moveTo>
                <a:lnTo>
                  <a:pt x="2061210" y="0"/>
                </a:lnTo>
                <a:lnTo>
                  <a:pt x="1798320" y="1831972"/>
                </a:lnTo>
                <a:cubicBezTo>
                  <a:pt x="1798320" y="1927014"/>
                  <a:pt x="1721274" y="2004060"/>
                  <a:pt x="1626232" y="2004060"/>
                </a:cubicBezTo>
                <a:lnTo>
                  <a:pt x="0" y="2011680"/>
                </a:lnTo>
                <a:close/>
              </a:path>
            </a:pathLst>
          </a:custGeom>
          <a:ln w="25400">
            <a:solidFill>
              <a:schemeClr val="bg2"/>
            </a:solidFill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cxnSp>
        <p:nvCxnSpPr>
          <p:cNvPr id="32" name="Connecteur droit 7">
            <a:extLst>
              <a:ext uri="{FF2B5EF4-FFF2-40B4-BE49-F238E27FC236}">
                <a16:creationId xmlns:a16="http://schemas.microsoft.com/office/drawing/2014/main" id="{94AA9B79-95E4-4AB9-BB0A-6C0807267192}"/>
              </a:ext>
            </a:extLst>
          </p:cNvPr>
          <p:cNvCxnSpPr>
            <a:cxnSpLocks/>
          </p:cNvCxnSpPr>
          <p:nvPr userDrawn="1"/>
        </p:nvCxnSpPr>
        <p:spPr>
          <a:xfrm>
            <a:off x="0" y="1070503"/>
            <a:ext cx="12188952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itle 1">
            <a:extLst>
              <a:ext uri="{FF2B5EF4-FFF2-40B4-BE49-F238E27FC236}">
                <a16:creationId xmlns:a16="http://schemas.microsoft.com/office/drawing/2014/main" id="{C4D7C106-CDE7-448D-B460-E4278A943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827" y="173736"/>
            <a:ext cx="7744721" cy="90525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Enter title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C16B6FF-8AB8-42D1-B639-34EC68B062D7}"/>
              </a:ext>
            </a:extLst>
          </p:cNvPr>
          <p:cNvGrpSpPr/>
          <p:nvPr userDrawn="1"/>
        </p:nvGrpSpPr>
        <p:grpSpPr>
          <a:xfrm>
            <a:off x="575827" y="1088095"/>
            <a:ext cx="1974850" cy="333614"/>
            <a:chOff x="2097498" y="1123192"/>
            <a:chExt cx="1896669" cy="320407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E6521B4-9C0C-4883-AA6A-89B9376323D7}"/>
                </a:ext>
              </a:extLst>
            </p:cNvPr>
            <p:cNvSpPr/>
            <p:nvPr userDrawn="1"/>
          </p:nvSpPr>
          <p:spPr>
            <a:xfrm rot="10800000">
              <a:off x="2097498" y="1123192"/>
              <a:ext cx="1896669" cy="320407"/>
            </a:xfrm>
            <a:custGeom>
              <a:avLst/>
              <a:gdLst>
                <a:gd name="connsiteX0" fmla="*/ 1839766 w 1884759"/>
                <a:gd name="connsiteY0" fmla="*/ 320407 h 320407"/>
                <a:gd name="connsiteX1" fmla="*/ 0 w 1884759"/>
                <a:gd name="connsiteY1" fmla="*/ 320407 h 320407"/>
                <a:gd name="connsiteX2" fmla="*/ 26715 w 1884759"/>
                <a:gd name="connsiteY2" fmla="*/ 129213 h 320407"/>
                <a:gd name="connsiteX3" fmla="*/ 190206 w 1884759"/>
                <a:gd name="connsiteY3" fmla="*/ 7 h 320407"/>
                <a:gd name="connsiteX4" fmla="*/ 1884759 w 1884759"/>
                <a:gd name="connsiteY4" fmla="*/ 385 h 320407"/>
                <a:gd name="connsiteX5" fmla="*/ 1839766 w 1884759"/>
                <a:gd name="connsiteY5" fmla="*/ 320407 h 320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84759" h="320407">
                  <a:moveTo>
                    <a:pt x="1839766" y="320407"/>
                  </a:moveTo>
                  <a:lnTo>
                    <a:pt x="0" y="320407"/>
                  </a:lnTo>
                  <a:lnTo>
                    <a:pt x="26715" y="129213"/>
                  </a:lnTo>
                  <a:cubicBezTo>
                    <a:pt x="40339" y="48693"/>
                    <a:pt x="101355" y="-685"/>
                    <a:pt x="190206" y="7"/>
                  </a:cubicBezTo>
                  <a:lnTo>
                    <a:pt x="1884759" y="385"/>
                  </a:lnTo>
                  <a:lnTo>
                    <a:pt x="1839766" y="32040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/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9121B5C6-47C8-4B2D-9917-30B9767A25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406869" y="1222010"/>
              <a:ext cx="1285022" cy="145670"/>
            </a:xfrm>
            <a:prstGeom prst="rect">
              <a:avLst/>
            </a:prstGeom>
          </p:spPr>
        </p:pic>
      </p:grp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0747D074-9FC8-42E6-B08E-02B68CB211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10337" y="338151"/>
            <a:ext cx="2494268" cy="365125"/>
          </a:xfrm>
          <a:ln w="19050">
            <a:noFill/>
          </a:ln>
        </p:spPr>
        <p:txBody>
          <a:bodyPr anchor="ctr" anchorCtr="0">
            <a:noAutofit/>
          </a:bodyPr>
          <a:lstStyle>
            <a:lvl1pPr marL="0" indent="0" algn="r">
              <a:buNone/>
              <a:defRPr sz="800" i="0" cap="none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0" dirty="0"/>
              <a:t>Enter subtitle or breadcrumb here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488BEE4E-3062-4B46-A86E-EFF5A7A06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394" y="338151"/>
            <a:ext cx="418732" cy="365125"/>
          </a:xfrm>
          <a:prstGeom prst="rect">
            <a:avLst/>
          </a:prstGeom>
          <a:ln>
            <a:noFill/>
          </a:ln>
        </p:spPr>
        <p:txBody>
          <a:bodyPr/>
          <a:lstStyle/>
          <a:p>
            <a:fld id="{2FCA49FF-A860-B34F-9B0D-8259E55517F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2328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  <p15:guide id="2" orient="horz" pos="358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A295F2E-D333-47EB-866B-532B81B490D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63573" y="2147027"/>
            <a:ext cx="1594315" cy="1556003"/>
          </a:xfrm>
          <a:custGeom>
            <a:avLst/>
            <a:gdLst>
              <a:gd name="connsiteX0" fmla="*/ 300990 w 2061210"/>
              <a:gd name="connsiteY0" fmla="*/ 0 h 2011680"/>
              <a:gd name="connsiteX1" fmla="*/ 2061210 w 2061210"/>
              <a:gd name="connsiteY1" fmla="*/ 0 h 2011680"/>
              <a:gd name="connsiteX2" fmla="*/ 1798320 w 2061210"/>
              <a:gd name="connsiteY2" fmla="*/ 1831972 h 2011680"/>
              <a:gd name="connsiteX3" fmla="*/ 1626232 w 2061210"/>
              <a:gd name="connsiteY3" fmla="*/ 2004060 h 2011680"/>
              <a:gd name="connsiteX4" fmla="*/ 0 w 2061210"/>
              <a:gd name="connsiteY4" fmla="*/ 2011680 h 201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1210" h="2011680">
                <a:moveTo>
                  <a:pt x="300990" y="0"/>
                </a:moveTo>
                <a:lnTo>
                  <a:pt x="2061210" y="0"/>
                </a:lnTo>
                <a:lnTo>
                  <a:pt x="1798320" y="1831972"/>
                </a:lnTo>
                <a:cubicBezTo>
                  <a:pt x="1798320" y="1927014"/>
                  <a:pt x="1721274" y="2004060"/>
                  <a:pt x="1626232" y="2004060"/>
                </a:cubicBezTo>
                <a:lnTo>
                  <a:pt x="0" y="2011680"/>
                </a:lnTo>
                <a:close/>
              </a:path>
            </a:pathLst>
          </a:custGeom>
          <a:ln w="25400">
            <a:solidFill>
              <a:schemeClr val="bg2"/>
            </a:solidFill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Espace réservé du texte 12">
            <a:extLst>
              <a:ext uri="{FF2B5EF4-FFF2-40B4-BE49-F238E27FC236}">
                <a16:creationId xmlns:a16="http://schemas.microsoft.com/office/drawing/2014/main" id="{E0584DF1-B0F0-EA40-A641-A2A51B81E9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1701" y="3824896"/>
            <a:ext cx="1606188" cy="7780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First Name</a:t>
            </a:r>
            <a:br>
              <a:rPr lang="en-US" noProof="0"/>
            </a:br>
            <a:r>
              <a:rPr lang="en-US" noProof="0"/>
              <a:t>Last Name</a:t>
            </a:r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CD945917-5BF8-6B48-AE01-8D23FB29045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1701" y="4602895"/>
            <a:ext cx="1606188" cy="7780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860"/>
              </a:lnSpc>
              <a:buNone/>
              <a:defRPr sz="14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41" name="Picture Placeholder 21">
            <a:extLst>
              <a:ext uri="{FF2B5EF4-FFF2-40B4-BE49-F238E27FC236}">
                <a16:creationId xmlns:a16="http://schemas.microsoft.com/office/drawing/2014/main" id="{DE9A2A8F-E4BB-40AA-ADC6-B0FABCF2E85F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489325" y="2536028"/>
            <a:ext cx="1594315" cy="1556003"/>
          </a:xfrm>
          <a:custGeom>
            <a:avLst/>
            <a:gdLst>
              <a:gd name="connsiteX0" fmla="*/ 300990 w 2061210"/>
              <a:gd name="connsiteY0" fmla="*/ 0 h 2011680"/>
              <a:gd name="connsiteX1" fmla="*/ 2061210 w 2061210"/>
              <a:gd name="connsiteY1" fmla="*/ 0 h 2011680"/>
              <a:gd name="connsiteX2" fmla="*/ 1798320 w 2061210"/>
              <a:gd name="connsiteY2" fmla="*/ 1831972 h 2011680"/>
              <a:gd name="connsiteX3" fmla="*/ 1626232 w 2061210"/>
              <a:gd name="connsiteY3" fmla="*/ 2004060 h 2011680"/>
              <a:gd name="connsiteX4" fmla="*/ 0 w 2061210"/>
              <a:gd name="connsiteY4" fmla="*/ 2011680 h 201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1210" h="2011680">
                <a:moveTo>
                  <a:pt x="300990" y="0"/>
                </a:moveTo>
                <a:lnTo>
                  <a:pt x="2061210" y="0"/>
                </a:lnTo>
                <a:lnTo>
                  <a:pt x="1798320" y="1831972"/>
                </a:lnTo>
                <a:cubicBezTo>
                  <a:pt x="1798320" y="1927014"/>
                  <a:pt x="1721274" y="2004060"/>
                  <a:pt x="1626232" y="2004060"/>
                </a:cubicBezTo>
                <a:lnTo>
                  <a:pt x="0" y="2011680"/>
                </a:lnTo>
                <a:close/>
              </a:path>
            </a:pathLst>
          </a:custGeom>
          <a:ln w="25400">
            <a:solidFill>
              <a:schemeClr val="bg2"/>
            </a:solidFill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2" name="Espace réservé du texte 12">
            <a:extLst>
              <a:ext uri="{FF2B5EF4-FFF2-40B4-BE49-F238E27FC236}">
                <a16:creationId xmlns:a16="http://schemas.microsoft.com/office/drawing/2014/main" id="{3AF8FA4A-A312-4B82-A338-C1770506B66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77453" y="4213897"/>
            <a:ext cx="1606188" cy="7780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First Name</a:t>
            </a:r>
            <a:br>
              <a:rPr lang="en-US" noProof="0"/>
            </a:br>
            <a:r>
              <a:rPr lang="en-US" noProof="0"/>
              <a:t>Last Name</a:t>
            </a:r>
          </a:p>
        </p:txBody>
      </p:sp>
      <p:sp>
        <p:nvSpPr>
          <p:cNvPr id="43" name="Espace réservé du texte 12">
            <a:extLst>
              <a:ext uri="{FF2B5EF4-FFF2-40B4-BE49-F238E27FC236}">
                <a16:creationId xmlns:a16="http://schemas.microsoft.com/office/drawing/2014/main" id="{6FC42C68-72DE-4C12-A271-96E2C310F39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77453" y="4991896"/>
            <a:ext cx="1606188" cy="7780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860"/>
              </a:lnSpc>
              <a:buNone/>
              <a:defRPr sz="14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44" name="Picture Placeholder 21">
            <a:extLst>
              <a:ext uri="{FF2B5EF4-FFF2-40B4-BE49-F238E27FC236}">
                <a16:creationId xmlns:a16="http://schemas.microsoft.com/office/drawing/2014/main" id="{A91CEEB9-1DFD-4B2D-BD8E-E155A583EBF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315077" y="2147027"/>
            <a:ext cx="1594315" cy="1556003"/>
          </a:xfrm>
          <a:custGeom>
            <a:avLst/>
            <a:gdLst>
              <a:gd name="connsiteX0" fmla="*/ 300990 w 2061210"/>
              <a:gd name="connsiteY0" fmla="*/ 0 h 2011680"/>
              <a:gd name="connsiteX1" fmla="*/ 2061210 w 2061210"/>
              <a:gd name="connsiteY1" fmla="*/ 0 h 2011680"/>
              <a:gd name="connsiteX2" fmla="*/ 1798320 w 2061210"/>
              <a:gd name="connsiteY2" fmla="*/ 1831972 h 2011680"/>
              <a:gd name="connsiteX3" fmla="*/ 1626232 w 2061210"/>
              <a:gd name="connsiteY3" fmla="*/ 2004060 h 2011680"/>
              <a:gd name="connsiteX4" fmla="*/ 0 w 2061210"/>
              <a:gd name="connsiteY4" fmla="*/ 2011680 h 201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1210" h="2011680">
                <a:moveTo>
                  <a:pt x="300990" y="0"/>
                </a:moveTo>
                <a:lnTo>
                  <a:pt x="2061210" y="0"/>
                </a:lnTo>
                <a:lnTo>
                  <a:pt x="1798320" y="1831972"/>
                </a:lnTo>
                <a:cubicBezTo>
                  <a:pt x="1798320" y="1927014"/>
                  <a:pt x="1721274" y="2004060"/>
                  <a:pt x="1626232" y="2004060"/>
                </a:cubicBezTo>
                <a:lnTo>
                  <a:pt x="0" y="2011680"/>
                </a:lnTo>
                <a:close/>
              </a:path>
            </a:pathLst>
          </a:custGeom>
          <a:ln w="25400">
            <a:solidFill>
              <a:schemeClr val="bg2"/>
            </a:solidFill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5" name="Espace réservé du texte 12">
            <a:extLst>
              <a:ext uri="{FF2B5EF4-FFF2-40B4-BE49-F238E27FC236}">
                <a16:creationId xmlns:a16="http://schemas.microsoft.com/office/drawing/2014/main" id="{6F8AC3D8-F949-4173-8D9D-D3DB16FBC7A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03205" y="3824896"/>
            <a:ext cx="1606188" cy="7780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First Name</a:t>
            </a:r>
            <a:br>
              <a:rPr lang="en-US" noProof="0"/>
            </a:br>
            <a:r>
              <a:rPr lang="en-US" noProof="0"/>
              <a:t>Last Name</a:t>
            </a:r>
          </a:p>
        </p:txBody>
      </p:sp>
      <p:sp>
        <p:nvSpPr>
          <p:cNvPr id="46" name="Espace réservé du texte 12">
            <a:extLst>
              <a:ext uri="{FF2B5EF4-FFF2-40B4-BE49-F238E27FC236}">
                <a16:creationId xmlns:a16="http://schemas.microsoft.com/office/drawing/2014/main" id="{308ADCDE-5B57-4C92-A1B1-14B71FAE90C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03205" y="4602895"/>
            <a:ext cx="1606188" cy="7780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860"/>
              </a:lnSpc>
              <a:buNone/>
              <a:defRPr sz="14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47" name="Picture Placeholder 21">
            <a:extLst>
              <a:ext uri="{FF2B5EF4-FFF2-40B4-BE49-F238E27FC236}">
                <a16:creationId xmlns:a16="http://schemas.microsoft.com/office/drawing/2014/main" id="{9F0BEE71-2081-4B7B-A520-D5050C5E650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140829" y="2536028"/>
            <a:ext cx="1594315" cy="1556003"/>
          </a:xfrm>
          <a:custGeom>
            <a:avLst/>
            <a:gdLst>
              <a:gd name="connsiteX0" fmla="*/ 300990 w 2061210"/>
              <a:gd name="connsiteY0" fmla="*/ 0 h 2011680"/>
              <a:gd name="connsiteX1" fmla="*/ 2061210 w 2061210"/>
              <a:gd name="connsiteY1" fmla="*/ 0 h 2011680"/>
              <a:gd name="connsiteX2" fmla="*/ 1798320 w 2061210"/>
              <a:gd name="connsiteY2" fmla="*/ 1831972 h 2011680"/>
              <a:gd name="connsiteX3" fmla="*/ 1626232 w 2061210"/>
              <a:gd name="connsiteY3" fmla="*/ 2004060 h 2011680"/>
              <a:gd name="connsiteX4" fmla="*/ 0 w 2061210"/>
              <a:gd name="connsiteY4" fmla="*/ 2011680 h 201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1210" h="2011680">
                <a:moveTo>
                  <a:pt x="300990" y="0"/>
                </a:moveTo>
                <a:lnTo>
                  <a:pt x="2061210" y="0"/>
                </a:lnTo>
                <a:lnTo>
                  <a:pt x="1798320" y="1831972"/>
                </a:lnTo>
                <a:cubicBezTo>
                  <a:pt x="1798320" y="1927014"/>
                  <a:pt x="1721274" y="2004060"/>
                  <a:pt x="1626232" y="2004060"/>
                </a:cubicBezTo>
                <a:lnTo>
                  <a:pt x="0" y="2011680"/>
                </a:lnTo>
                <a:close/>
              </a:path>
            </a:pathLst>
          </a:custGeom>
          <a:ln w="25400">
            <a:solidFill>
              <a:schemeClr val="bg2"/>
            </a:solidFill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8" name="Espace réservé du texte 12">
            <a:extLst>
              <a:ext uri="{FF2B5EF4-FFF2-40B4-BE49-F238E27FC236}">
                <a16:creationId xmlns:a16="http://schemas.microsoft.com/office/drawing/2014/main" id="{4A19AC5B-617C-4970-801D-27605FB4F89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28957" y="4213897"/>
            <a:ext cx="1606188" cy="7780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First Name</a:t>
            </a:r>
            <a:br>
              <a:rPr lang="en-US" noProof="0"/>
            </a:br>
            <a:r>
              <a:rPr lang="en-US" noProof="0"/>
              <a:t>Last Name</a:t>
            </a:r>
          </a:p>
        </p:txBody>
      </p:sp>
      <p:sp>
        <p:nvSpPr>
          <p:cNvPr id="49" name="Espace réservé du texte 12">
            <a:extLst>
              <a:ext uri="{FF2B5EF4-FFF2-40B4-BE49-F238E27FC236}">
                <a16:creationId xmlns:a16="http://schemas.microsoft.com/office/drawing/2014/main" id="{E62396A0-5E74-4400-8179-646976C260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28957" y="4991896"/>
            <a:ext cx="1606188" cy="7780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860"/>
              </a:lnSpc>
              <a:buNone/>
              <a:defRPr sz="14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50" name="Picture Placeholder 21">
            <a:extLst>
              <a:ext uri="{FF2B5EF4-FFF2-40B4-BE49-F238E27FC236}">
                <a16:creationId xmlns:a16="http://schemas.microsoft.com/office/drawing/2014/main" id="{935ABE7F-A30B-4ECB-8DA2-2690C5BA16B7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7966581" y="2147027"/>
            <a:ext cx="1594315" cy="1556003"/>
          </a:xfrm>
          <a:custGeom>
            <a:avLst/>
            <a:gdLst>
              <a:gd name="connsiteX0" fmla="*/ 300990 w 2061210"/>
              <a:gd name="connsiteY0" fmla="*/ 0 h 2011680"/>
              <a:gd name="connsiteX1" fmla="*/ 2061210 w 2061210"/>
              <a:gd name="connsiteY1" fmla="*/ 0 h 2011680"/>
              <a:gd name="connsiteX2" fmla="*/ 1798320 w 2061210"/>
              <a:gd name="connsiteY2" fmla="*/ 1831972 h 2011680"/>
              <a:gd name="connsiteX3" fmla="*/ 1626232 w 2061210"/>
              <a:gd name="connsiteY3" fmla="*/ 2004060 h 2011680"/>
              <a:gd name="connsiteX4" fmla="*/ 0 w 2061210"/>
              <a:gd name="connsiteY4" fmla="*/ 2011680 h 201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1210" h="2011680">
                <a:moveTo>
                  <a:pt x="300990" y="0"/>
                </a:moveTo>
                <a:lnTo>
                  <a:pt x="2061210" y="0"/>
                </a:lnTo>
                <a:lnTo>
                  <a:pt x="1798320" y="1831972"/>
                </a:lnTo>
                <a:cubicBezTo>
                  <a:pt x="1798320" y="1927014"/>
                  <a:pt x="1721274" y="2004060"/>
                  <a:pt x="1626232" y="2004060"/>
                </a:cubicBezTo>
                <a:lnTo>
                  <a:pt x="0" y="2011680"/>
                </a:lnTo>
                <a:close/>
              </a:path>
            </a:pathLst>
          </a:custGeom>
          <a:ln w="25400">
            <a:solidFill>
              <a:schemeClr val="bg2"/>
            </a:solidFill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1" name="Espace réservé du texte 12">
            <a:extLst>
              <a:ext uri="{FF2B5EF4-FFF2-40B4-BE49-F238E27FC236}">
                <a16:creationId xmlns:a16="http://schemas.microsoft.com/office/drawing/2014/main" id="{A74C9335-5970-4F00-8747-8C18964B0BB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54709" y="3824896"/>
            <a:ext cx="1606188" cy="7780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First Name</a:t>
            </a:r>
            <a:br>
              <a:rPr lang="en-US" noProof="0"/>
            </a:br>
            <a:r>
              <a:rPr lang="en-US" noProof="0"/>
              <a:t>Last Name</a:t>
            </a:r>
          </a:p>
        </p:txBody>
      </p:sp>
      <p:sp>
        <p:nvSpPr>
          <p:cNvPr id="52" name="Espace réservé du texte 12">
            <a:extLst>
              <a:ext uri="{FF2B5EF4-FFF2-40B4-BE49-F238E27FC236}">
                <a16:creationId xmlns:a16="http://schemas.microsoft.com/office/drawing/2014/main" id="{7DF809E6-F88A-47CC-9AF9-229D6E7935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954709" y="4602895"/>
            <a:ext cx="1606188" cy="7780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860"/>
              </a:lnSpc>
              <a:buNone/>
              <a:defRPr sz="14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53" name="Picture Placeholder 21">
            <a:extLst>
              <a:ext uri="{FF2B5EF4-FFF2-40B4-BE49-F238E27FC236}">
                <a16:creationId xmlns:a16="http://schemas.microsoft.com/office/drawing/2014/main" id="{32F942E1-6320-4900-A5C7-700898889424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9792333" y="2536028"/>
            <a:ext cx="1594315" cy="1556003"/>
          </a:xfrm>
          <a:custGeom>
            <a:avLst/>
            <a:gdLst>
              <a:gd name="connsiteX0" fmla="*/ 300990 w 2061210"/>
              <a:gd name="connsiteY0" fmla="*/ 0 h 2011680"/>
              <a:gd name="connsiteX1" fmla="*/ 2061210 w 2061210"/>
              <a:gd name="connsiteY1" fmla="*/ 0 h 2011680"/>
              <a:gd name="connsiteX2" fmla="*/ 1798320 w 2061210"/>
              <a:gd name="connsiteY2" fmla="*/ 1831972 h 2011680"/>
              <a:gd name="connsiteX3" fmla="*/ 1626232 w 2061210"/>
              <a:gd name="connsiteY3" fmla="*/ 2004060 h 2011680"/>
              <a:gd name="connsiteX4" fmla="*/ 0 w 2061210"/>
              <a:gd name="connsiteY4" fmla="*/ 2011680 h 201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1210" h="2011680">
                <a:moveTo>
                  <a:pt x="300990" y="0"/>
                </a:moveTo>
                <a:lnTo>
                  <a:pt x="2061210" y="0"/>
                </a:lnTo>
                <a:lnTo>
                  <a:pt x="1798320" y="1831972"/>
                </a:lnTo>
                <a:cubicBezTo>
                  <a:pt x="1798320" y="1927014"/>
                  <a:pt x="1721274" y="2004060"/>
                  <a:pt x="1626232" y="2004060"/>
                </a:cubicBezTo>
                <a:lnTo>
                  <a:pt x="0" y="2011680"/>
                </a:lnTo>
                <a:close/>
              </a:path>
            </a:pathLst>
          </a:custGeom>
          <a:ln w="25400">
            <a:solidFill>
              <a:schemeClr val="bg2"/>
            </a:solidFill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4" name="Espace réservé du texte 12">
            <a:extLst>
              <a:ext uri="{FF2B5EF4-FFF2-40B4-BE49-F238E27FC236}">
                <a16:creationId xmlns:a16="http://schemas.microsoft.com/office/drawing/2014/main" id="{B24BBC81-2948-4184-9B7D-E93E806092A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780461" y="4213897"/>
            <a:ext cx="1606188" cy="7780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First Name</a:t>
            </a:r>
            <a:br>
              <a:rPr lang="en-US" noProof="0"/>
            </a:br>
            <a:r>
              <a:rPr lang="en-US" noProof="0"/>
              <a:t>Last Name</a:t>
            </a:r>
          </a:p>
        </p:txBody>
      </p:sp>
      <p:sp>
        <p:nvSpPr>
          <p:cNvPr id="55" name="Espace réservé du texte 12">
            <a:extLst>
              <a:ext uri="{FF2B5EF4-FFF2-40B4-BE49-F238E27FC236}">
                <a16:creationId xmlns:a16="http://schemas.microsoft.com/office/drawing/2014/main" id="{1993263E-A351-4EE7-B387-58A1CD73D6C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780461" y="4991896"/>
            <a:ext cx="1606188" cy="7780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860"/>
              </a:lnSpc>
              <a:buNone/>
              <a:defRPr sz="1400"/>
            </a:lvl1pPr>
          </a:lstStyle>
          <a:p>
            <a:pPr lvl="0"/>
            <a:r>
              <a:rPr lang="en-US" noProof="0"/>
              <a:t>Title</a:t>
            </a:r>
          </a:p>
        </p:txBody>
      </p:sp>
      <p:cxnSp>
        <p:nvCxnSpPr>
          <p:cNvPr id="62" name="Connecteur droit 7">
            <a:extLst>
              <a:ext uri="{FF2B5EF4-FFF2-40B4-BE49-F238E27FC236}">
                <a16:creationId xmlns:a16="http://schemas.microsoft.com/office/drawing/2014/main" id="{06CB19C1-8CFD-4F01-AA69-6F548A731502}"/>
              </a:ext>
            </a:extLst>
          </p:cNvPr>
          <p:cNvCxnSpPr>
            <a:cxnSpLocks/>
          </p:cNvCxnSpPr>
          <p:nvPr userDrawn="1"/>
        </p:nvCxnSpPr>
        <p:spPr>
          <a:xfrm>
            <a:off x="0" y="1070503"/>
            <a:ext cx="12188952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itle 1">
            <a:extLst>
              <a:ext uri="{FF2B5EF4-FFF2-40B4-BE49-F238E27FC236}">
                <a16:creationId xmlns:a16="http://schemas.microsoft.com/office/drawing/2014/main" id="{7D42D716-334A-460E-B0D6-98FC70DFCE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827" y="173736"/>
            <a:ext cx="7744721" cy="90525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Enter title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3587A34-966E-42EA-B30F-585DA2655C54}"/>
              </a:ext>
            </a:extLst>
          </p:cNvPr>
          <p:cNvGrpSpPr/>
          <p:nvPr userDrawn="1"/>
        </p:nvGrpSpPr>
        <p:grpSpPr>
          <a:xfrm>
            <a:off x="575827" y="1088095"/>
            <a:ext cx="1974850" cy="333614"/>
            <a:chOff x="2097498" y="1123192"/>
            <a:chExt cx="1896669" cy="320407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B50D9B7-5AD7-4DD3-8AAF-B530B77C0B63}"/>
                </a:ext>
              </a:extLst>
            </p:cNvPr>
            <p:cNvSpPr/>
            <p:nvPr userDrawn="1"/>
          </p:nvSpPr>
          <p:spPr>
            <a:xfrm rot="10800000">
              <a:off x="2097498" y="1123192"/>
              <a:ext cx="1896669" cy="320407"/>
            </a:xfrm>
            <a:custGeom>
              <a:avLst/>
              <a:gdLst>
                <a:gd name="connsiteX0" fmla="*/ 1839766 w 1884759"/>
                <a:gd name="connsiteY0" fmla="*/ 320407 h 320407"/>
                <a:gd name="connsiteX1" fmla="*/ 0 w 1884759"/>
                <a:gd name="connsiteY1" fmla="*/ 320407 h 320407"/>
                <a:gd name="connsiteX2" fmla="*/ 26715 w 1884759"/>
                <a:gd name="connsiteY2" fmla="*/ 129213 h 320407"/>
                <a:gd name="connsiteX3" fmla="*/ 190206 w 1884759"/>
                <a:gd name="connsiteY3" fmla="*/ 7 h 320407"/>
                <a:gd name="connsiteX4" fmla="*/ 1884759 w 1884759"/>
                <a:gd name="connsiteY4" fmla="*/ 385 h 320407"/>
                <a:gd name="connsiteX5" fmla="*/ 1839766 w 1884759"/>
                <a:gd name="connsiteY5" fmla="*/ 320407 h 320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84759" h="320407">
                  <a:moveTo>
                    <a:pt x="1839766" y="320407"/>
                  </a:moveTo>
                  <a:lnTo>
                    <a:pt x="0" y="320407"/>
                  </a:lnTo>
                  <a:lnTo>
                    <a:pt x="26715" y="129213"/>
                  </a:lnTo>
                  <a:cubicBezTo>
                    <a:pt x="40339" y="48693"/>
                    <a:pt x="101355" y="-685"/>
                    <a:pt x="190206" y="7"/>
                  </a:cubicBezTo>
                  <a:lnTo>
                    <a:pt x="1884759" y="385"/>
                  </a:lnTo>
                  <a:lnTo>
                    <a:pt x="1839766" y="32040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647112F-0391-4D6A-8858-9C1E2F98F1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406869" y="1222010"/>
              <a:ext cx="1285022" cy="145670"/>
            </a:xfrm>
            <a:prstGeom prst="rect">
              <a:avLst/>
            </a:prstGeom>
          </p:spPr>
        </p:pic>
      </p:grp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462AE46-EC67-4F90-8B0C-D4E39911888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510337" y="338151"/>
            <a:ext cx="2494268" cy="365125"/>
          </a:xfrm>
          <a:ln w="19050">
            <a:noFill/>
          </a:ln>
        </p:spPr>
        <p:txBody>
          <a:bodyPr anchor="ctr" anchorCtr="0">
            <a:noAutofit/>
          </a:bodyPr>
          <a:lstStyle>
            <a:lvl1pPr marL="0" indent="0" algn="r">
              <a:buNone/>
              <a:defRPr sz="800" i="0" cap="none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0" dirty="0"/>
              <a:t>Enter subtitle or breadcrumb here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5850378-EB56-4F91-A3FC-114BE9039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394" y="338151"/>
            <a:ext cx="418732" cy="365125"/>
          </a:xfrm>
          <a:prstGeom prst="rect">
            <a:avLst/>
          </a:prstGeom>
          <a:ln>
            <a:noFill/>
          </a:ln>
        </p:spPr>
        <p:txBody>
          <a:bodyPr/>
          <a:lstStyle/>
          <a:p>
            <a:fld id="{2FCA49FF-A860-B34F-9B0D-8259E55517F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434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  <p15:guide id="2" orient="horz" pos="358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Cas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2655" y="2852666"/>
            <a:ext cx="8363976" cy="324333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Connecteur droit 7">
            <a:extLst>
              <a:ext uri="{FF2B5EF4-FFF2-40B4-BE49-F238E27FC236}">
                <a16:creationId xmlns:a16="http://schemas.microsoft.com/office/drawing/2014/main" id="{2B9CDFDF-35A2-4AA6-8F95-966F4FC1A42E}"/>
              </a:ext>
            </a:extLst>
          </p:cNvPr>
          <p:cNvCxnSpPr>
            <a:cxnSpLocks/>
          </p:cNvCxnSpPr>
          <p:nvPr userDrawn="1"/>
        </p:nvCxnSpPr>
        <p:spPr>
          <a:xfrm>
            <a:off x="0" y="1070503"/>
            <a:ext cx="12188952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 Diagonal Corner Rectangle 5">
            <a:extLst>
              <a:ext uri="{FF2B5EF4-FFF2-40B4-BE49-F238E27FC236}">
                <a16:creationId xmlns:a16="http://schemas.microsoft.com/office/drawing/2014/main" id="{7D40FBBD-5861-4DFA-933E-CBF1B6B51729}"/>
              </a:ext>
            </a:extLst>
          </p:cNvPr>
          <p:cNvSpPr/>
          <p:nvPr userDrawn="1"/>
        </p:nvSpPr>
        <p:spPr>
          <a:xfrm>
            <a:off x="964542" y="1619550"/>
            <a:ext cx="10512089" cy="1005659"/>
          </a:xfrm>
          <a:custGeom>
            <a:avLst/>
            <a:gdLst>
              <a:gd name="connsiteX0" fmla="*/ 0 w 10813055"/>
              <a:gd name="connsiteY0" fmla="*/ 2774948 h 2774948"/>
              <a:gd name="connsiteX1" fmla="*/ 346258 w 10813055"/>
              <a:gd name="connsiteY1" fmla="*/ 0 h 2774948"/>
              <a:gd name="connsiteX2" fmla="*/ 10813055 w 10813055"/>
              <a:gd name="connsiteY2" fmla="*/ 0 h 2774948"/>
              <a:gd name="connsiteX3" fmla="*/ 10466797 w 10813055"/>
              <a:gd name="connsiteY3" fmla="*/ 2774948 h 2774948"/>
              <a:gd name="connsiteX4" fmla="*/ 0 w 10813055"/>
              <a:gd name="connsiteY4" fmla="*/ 2774948 h 2774948"/>
              <a:gd name="connsiteX0" fmla="*/ 0 w 10813055"/>
              <a:gd name="connsiteY0" fmla="*/ 2774948 h 2774948"/>
              <a:gd name="connsiteX1" fmla="*/ 346258 w 10813055"/>
              <a:gd name="connsiteY1" fmla="*/ 0 h 2774948"/>
              <a:gd name="connsiteX2" fmla="*/ 10813055 w 10813055"/>
              <a:gd name="connsiteY2" fmla="*/ 0 h 2774948"/>
              <a:gd name="connsiteX3" fmla="*/ 10466797 w 10813055"/>
              <a:gd name="connsiteY3" fmla="*/ 2774948 h 2774948"/>
              <a:gd name="connsiteX4" fmla="*/ 10080625 w 10813055"/>
              <a:gd name="connsiteY4" fmla="*/ 2773804 h 2774948"/>
              <a:gd name="connsiteX5" fmla="*/ 0 w 10813055"/>
              <a:gd name="connsiteY5" fmla="*/ 2774948 h 2774948"/>
              <a:gd name="connsiteX0" fmla="*/ 0 w 10813055"/>
              <a:gd name="connsiteY0" fmla="*/ 2774948 h 2774948"/>
              <a:gd name="connsiteX1" fmla="*/ 346258 w 10813055"/>
              <a:gd name="connsiteY1" fmla="*/ 0 h 2774948"/>
              <a:gd name="connsiteX2" fmla="*/ 10813055 w 10813055"/>
              <a:gd name="connsiteY2" fmla="*/ 0 h 2774948"/>
              <a:gd name="connsiteX3" fmla="*/ 10510393 w 10813055"/>
              <a:gd name="connsiteY3" fmla="*/ 2408044 h 2774948"/>
              <a:gd name="connsiteX4" fmla="*/ 10466797 w 10813055"/>
              <a:gd name="connsiteY4" fmla="*/ 2774948 h 2774948"/>
              <a:gd name="connsiteX5" fmla="*/ 10080625 w 10813055"/>
              <a:gd name="connsiteY5" fmla="*/ 2773804 h 2774948"/>
              <a:gd name="connsiteX6" fmla="*/ 0 w 10813055"/>
              <a:gd name="connsiteY6" fmla="*/ 2774948 h 2774948"/>
              <a:gd name="connsiteX0" fmla="*/ 0 w 10813055"/>
              <a:gd name="connsiteY0" fmla="*/ 2774948 h 2774948"/>
              <a:gd name="connsiteX1" fmla="*/ 346258 w 10813055"/>
              <a:gd name="connsiteY1" fmla="*/ 0 h 2774948"/>
              <a:gd name="connsiteX2" fmla="*/ 10813055 w 10813055"/>
              <a:gd name="connsiteY2" fmla="*/ 0 h 2774948"/>
              <a:gd name="connsiteX3" fmla="*/ 10510393 w 10813055"/>
              <a:gd name="connsiteY3" fmla="*/ 2408044 h 2774948"/>
              <a:gd name="connsiteX4" fmla="*/ 10080625 w 10813055"/>
              <a:gd name="connsiteY4" fmla="*/ 2773804 h 2774948"/>
              <a:gd name="connsiteX5" fmla="*/ 0 w 10813055"/>
              <a:gd name="connsiteY5" fmla="*/ 2774948 h 2774948"/>
              <a:gd name="connsiteX0" fmla="*/ 0 w 10813055"/>
              <a:gd name="connsiteY0" fmla="*/ 2774948 h 2774948"/>
              <a:gd name="connsiteX1" fmla="*/ 346258 w 10813055"/>
              <a:gd name="connsiteY1" fmla="*/ 0 h 2774948"/>
              <a:gd name="connsiteX2" fmla="*/ 10813055 w 10813055"/>
              <a:gd name="connsiteY2" fmla="*/ 0 h 2774948"/>
              <a:gd name="connsiteX3" fmla="*/ 10510393 w 10813055"/>
              <a:gd name="connsiteY3" fmla="*/ 2408044 h 2774948"/>
              <a:gd name="connsiteX4" fmla="*/ 10080625 w 10813055"/>
              <a:gd name="connsiteY4" fmla="*/ 2773804 h 2774948"/>
              <a:gd name="connsiteX5" fmla="*/ 0 w 10813055"/>
              <a:gd name="connsiteY5" fmla="*/ 2774948 h 2774948"/>
              <a:gd name="connsiteX0" fmla="*/ 0 w 10813055"/>
              <a:gd name="connsiteY0" fmla="*/ 2774948 h 2774948"/>
              <a:gd name="connsiteX1" fmla="*/ 346258 w 10813055"/>
              <a:gd name="connsiteY1" fmla="*/ 0 h 2774948"/>
              <a:gd name="connsiteX2" fmla="*/ 10813055 w 10813055"/>
              <a:gd name="connsiteY2" fmla="*/ 0 h 2774948"/>
              <a:gd name="connsiteX3" fmla="*/ 10510393 w 10813055"/>
              <a:gd name="connsiteY3" fmla="*/ 2408044 h 2774948"/>
              <a:gd name="connsiteX4" fmla="*/ 10080625 w 10813055"/>
              <a:gd name="connsiteY4" fmla="*/ 2773804 h 2774948"/>
              <a:gd name="connsiteX5" fmla="*/ 0 w 10813055"/>
              <a:gd name="connsiteY5" fmla="*/ 2774948 h 2774948"/>
              <a:gd name="connsiteX0" fmla="*/ 0 w 10813055"/>
              <a:gd name="connsiteY0" fmla="*/ 2774948 h 2774948"/>
              <a:gd name="connsiteX1" fmla="*/ 346258 w 10813055"/>
              <a:gd name="connsiteY1" fmla="*/ 0 h 2774948"/>
              <a:gd name="connsiteX2" fmla="*/ 10813055 w 10813055"/>
              <a:gd name="connsiteY2" fmla="*/ 0 h 2774948"/>
              <a:gd name="connsiteX3" fmla="*/ 10510393 w 10813055"/>
              <a:gd name="connsiteY3" fmla="*/ 2408044 h 2774948"/>
              <a:gd name="connsiteX4" fmla="*/ 10080625 w 10813055"/>
              <a:gd name="connsiteY4" fmla="*/ 2773804 h 2774948"/>
              <a:gd name="connsiteX5" fmla="*/ 0 w 10813055"/>
              <a:gd name="connsiteY5" fmla="*/ 2774948 h 2774948"/>
              <a:gd name="connsiteX0" fmla="*/ 0 w 10813055"/>
              <a:gd name="connsiteY0" fmla="*/ 2774948 h 2774948"/>
              <a:gd name="connsiteX1" fmla="*/ 121036 w 10813055"/>
              <a:gd name="connsiteY1" fmla="*/ 1772060 h 2774948"/>
              <a:gd name="connsiteX2" fmla="*/ 346258 w 10813055"/>
              <a:gd name="connsiteY2" fmla="*/ 0 h 2774948"/>
              <a:gd name="connsiteX3" fmla="*/ 10813055 w 10813055"/>
              <a:gd name="connsiteY3" fmla="*/ 0 h 2774948"/>
              <a:gd name="connsiteX4" fmla="*/ 10510393 w 10813055"/>
              <a:gd name="connsiteY4" fmla="*/ 2408044 h 2774948"/>
              <a:gd name="connsiteX5" fmla="*/ 10080625 w 10813055"/>
              <a:gd name="connsiteY5" fmla="*/ 2773804 h 2774948"/>
              <a:gd name="connsiteX6" fmla="*/ 0 w 10813055"/>
              <a:gd name="connsiteY6" fmla="*/ 2774948 h 2774948"/>
              <a:gd name="connsiteX0" fmla="*/ 0 w 11526960"/>
              <a:gd name="connsiteY0" fmla="*/ 2774948 h 2774948"/>
              <a:gd name="connsiteX1" fmla="*/ 121036 w 11526960"/>
              <a:gd name="connsiteY1" fmla="*/ 1772060 h 2774948"/>
              <a:gd name="connsiteX2" fmla="*/ 346258 w 11526960"/>
              <a:gd name="connsiteY2" fmla="*/ 0 h 2774948"/>
              <a:gd name="connsiteX3" fmla="*/ 10813055 w 11526960"/>
              <a:gd name="connsiteY3" fmla="*/ 0 h 2774948"/>
              <a:gd name="connsiteX4" fmla="*/ 10586507 w 11526960"/>
              <a:gd name="connsiteY4" fmla="*/ 1762169 h 2774948"/>
              <a:gd name="connsiteX5" fmla="*/ 10510393 w 11526960"/>
              <a:gd name="connsiteY5" fmla="*/ 2408044 h 2774948"/>
              <a:gd name="connsiteX6" fmla="*/ 10080625 w 11526960"/>
              <a:gd name="connsiteY6" fmla="*/ 2773804 h 2774948"/>
              <a:gd name="connsiteX7" fmla="*/ 0 w 11526960"/>
              <a:gd name="connsiteY7" fmla="*/ 2774948 h 2774948"/>
              <a:gd name="connsiteX0" fmla="*/ 0 w 10586507"/>
              <a:gd name="connsiteY0" fmla="*/ 2774948 h 2774948"/>
              <a:gd name="connsiteX1" fmla="*/ 121036 w 10586507"/>
              <a:gd name="connsiteY1" fmla="*/ 1772060 h 2774948"/>
              <a:gd name="connsiteX2" fmla="*/ 346258 w 10586507"/>
              <a:gd name="connsiteY2" fmla="*/ 0 h 2774948"/>
              <a:gd name="connsiteX3" fmla="*/ 10586507 w 10586507"/>
              <a:gd name="connsiteY3" fmla="*/ 1762169 h 2774948"/>
              <a:gd name="connsiteX4" fmla="*/ 10510393 w 10586507"/>
              <a:gd name="connsiteY4" fmla="*/ 2408044 h 2774948"/>
              <a:gd name="connsiteX5" fmla="*/ 10080625 w 10586507"/>
              <a:gd name="connsiteY5" fmla="*/ 2773804 h 2774948"/>
              <a:gd name="connsiteX6" fmla="*/ 0 w 10586507"/>
              <a:gd name="connsiteY6" fmla="*/ 2774948 h 2774948"/>
              <a:gd name="connsiteX0" fmla="*/ 0 w 10586507"/>
              <a:gd name="connsiteY0" fmla="*/ 1012779 h 1012779"/>
              <a:gd name="connsiteX1" fmla="*/ 121036 w 10586507"/>
              <a:gd name="connsiteY1" fmla="*/ 9891 h 1012779"/>
              <a:gd name="connsiteX2" fmla="*/ 10586507 w 10586507"/>
              <a:gd name="connsiteY2" fmla="*/ 0 h 1012779"/>
              <a:gd name="connsiteX3" fmla="*/ 10510393 w 10586507"/>
              <a:gd name="connsiteY3" fmla="*/ 645875 h 1012779"/>
              <a:gd name="connsiteX4" fmla="*/ 10080625 w 10586507"/>
              <a:gd name="connsiteY4" fmla="*/ 1011635 h 1012779"/>
              <a:gd name="connsiteX5" fmla="*/ 0 w 10586507"/>
              <a:gd name="connsiteY5" fmla="*/ 1012779 h 1012779"/>
              <a:gd name="connsiteX0" fmla="*/ 0 w 10586507"/>
              <a:gd name="connsiteY0" fmla="*/ 1012779 h 1012779"/>
              <a:gd name="connsiteX1" fmla="*/ 121036 w 10586507"/>
              <a:gd name="connsiteY1" fmla="*/ 9891 h 1012779"/>
              <a:gd name="connsiteX2" fmla="*/ 10586507 w 10586507"/>
              <a:gd name="connsiteY2" fmla="*/ 0 h 1012779"/>
              <a:gd name="connsiteX3" fmla="*/ 10510393 w 10586507"/>
              <a:gd name="connsiteY3" fmla="*/ 645875 h 1012779"/>
              <a:gd name="connsiteX4" fmla="*/ 10080625 w 10586507"/>
              <a:gd name="connsiteY4" fmla="*/ 1011635 h 1012779"/>
              <a:gd name="connsiteX5" fmla="*/ 0 w 10586507"/>
              <a:gd name="connsiteY5" fmla="*/ 1012779 h 1012779"/>
              <a:gd name="connsiteX0" fmla="*/ 0 w 10586507"/>
              <a:gd name="connsiteY0" fmla="*/ 1012779 h 1012779"/>
              <a:gd name="connsiteX1" fmla="*/ 121036 w 10586507"/>
              <a:gd name="connsiteY1" fmla="*/ 9891 h 1012779"/>
              <a:gd name="connsiteX2" fmla="*/ 10586507 w 10586507"/>
              <a:gd name="connsiteY2" fmla="*/ 0 h 1012779"/>
              <a:gd name="connsiteX3" fmla="*/ 10510393 w 10586507"/>
              <a:gd name="connsiteY3" fmla="*/ 645875 h 1012779"/>
              <a:gd name="connsiteX4" fmla="*/ 10080625 w 10586507"/>
              <a:gd name="connsiteY4" fmla="*/ 1011635 h 1012779"/>
              <a:gd name="connsiteX5" fmla="*/ 0 w 10586507"/>
              <a:gd name="connsiteY5" fmla="*/ 1012779 h 1012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86507" h="1012779">
                <a:moveTo>
                  <a:pt x="0" y="1012779"/>
                </a:moveTo>
                <a:lnTo>
                  <a:pt x="121036" y="9891"/>
                </a:lnTo>
                <a:lnTo>
                  <a:pt x="10586507" y="0"/>
                </a:lnTo>
                <a:cubicBezTo>
                  <a:pt x="10551230" y="371006"/>
                  <a:pt x="10539093" y="462102"/>
                  <a:pt x="10510393" y="645875"/>
                </a:cubicBezTo>
                <a:cubicBezTo>
                  <a:pt x="10467721" y="859235"/>
                  <a:pt x="10315321" y="1008587"/>
                  <a:pt x="10080625" y="1011635"/>
                </a:cubicBezTo>
                <a:lnTo>
                  <a:pt x="0" y="1012779"/>
                </a:lnTo>
                <a:close/>
              </a:path>
            </a:pathLst>
          </a:custGeom>
          <a:solidFill>
            <a:schemeClr val="tx1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lt"/>
            </a:endParaRP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654FB2D3-5252-45FB-A687-269C346D24E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0725" y="2648664"/>
            <a:ext cx="2338368" cy="2282177"/>
          </a:xfrm>
          <a:custGeom>
            <a:avLst/>
            <a:gdLst>
              <a:gd name="connsiteX0" fmla="*/ 300990 w 2061210"/>
              <a:gd name="connsiteY0" fmla="*/ 0 h 2011680"/>
              <a:gd name="connsiteX1" fmla="*/ 2061210 w 2061210"/>
              <a:gd name="connsiteY1" fmla="*/ 0 h 2011680"/>
              <a:gd name="connsiteX2" fmla="*/ 1798320 w 2061210"/>
              <a:gd name="connsiteY2" fmla="*/ 1831972 h 2011680"/>
              <a:gd name="connsiteX3" fmla="*/ 1626232 w 2061210"/>
              <a:gd name="connsiteY3" fmla="*/ 2004060 h 2011680"/>
              <a:gd name="connsiteX4" fmla="*/ 0 w 2061210"/>
              <a:gd name="connsiteY4" fmla="*/ 2011680 h 201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1210" h="2011680">
                <a:moveTo>
                  <a:pt x="300990" y="0"/>
                </a:moveTo>
                <a:lnTo>
                  <a:pt x="2061210" y="0"/>
                </a:lnTo>
                <a:lnTo>
                  <a:pt x="1798320" y="1831972"/>
                </a:lnTo>
                <a:cubicBezTo>
                  <a:pt x="1798320" y="1927014"/>
                  <a:pt x="1721274" y="2004060"/>
                  <a:pt x="1626232" y="2004060"/>
                </a:cubicBezTo>
                <a:lnTo>
                  <a:pt x="0" y="2011680"/>
                </a:lnTo>
                <a:close/>
              </a:path>
            </a:pathLst>
          </a:custGeom>
          <a:ln w="25400">
            <a:solidFill>
              <a:schemeClr val="bg2"/>
            </a:solidFill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1C859C7E-3D4F-43E0-B009-E349214B4A7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17757" y="1832448"/>
            <a:ext cx="9775116" cy="595339"/>
          </a:xfrm>
          <a:ln w="19050"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700" b="0" i="0" cap="none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0"/>
              <a:t>Type header here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1DD0685-1BD0-4308-A83C-461C3B4263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827" y="173736"/>
            <a:ext cx="7744721" cy="90525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Enter title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6DCEDEB-0141-43D3-AEA7-141FABBAC858}"/>
              </a:ext>
            </a:extLst>
          </p:cNvPr>
          <p:cNvGrpSpPr/>
          <p:nvPr userDrawn="1"/>
        </p:nvGrpSpPr>
        <p:grpSpPr>
          <a:xfrm>
            <a:off x="575827" y="1088095"/>
            <a:ext cx="1974850" cy="333614"/>
            <a:chOff x="2097498" y="1123192"/>
            <a:chExt cx="1896669" cy="320407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F873F68-4AF8-4E20-9D46-2A5BADF80A53}"/>
                </a:ext>
              </a:extLst>
            </p:cNvPr>
            <p:cNvSpPr/>
            <p:nvPr userDrawn="1"/>
          </p:nvSpPr>
          <p:spPr>
            <a:xfrm rot="10800000">
              <a:off x="2097498" y="1123192"/>
              <a:ext cx="1896669" cy="320407"/>
            </a:xfrm>
            <a:custGeom>
              <a:avLst/>
              <a:gdLst>
                <a:gd name="connsiteX0" fmla="*/ 1839766 w 1884759"/>
                <a:gd name="connsiteY0" fmla="*/ 320407 h 320407"/>
                <a:gd name="connsiteX1" fmla="*/ 0 w 1884759"/>
                <a:gd name="connsiteY1" fmla="*/ 320407 h 320407"/>
                <a:gd name="connsiteX2" fmla="*/ 26715 w 1884759"/>
                <a:gd name="connsiteY2" fmla="*/ 129213 h 320407"/>
                <a:gd name="connsiteX3" fmla="*/ 190206 w 1884759"/>
                <a:gd name="connsiteY3" fmla="*/ 7 h 320407"/>
                <a:gd name="connsiteX4" fmla="*/ 1884759 w 1884759"/>
                <a:gd name="connsiteY4" fmla="*/ 385 h 320407"/>
                <a:gd name="connsiteX5" fmla="*/ 1839766 w 1884759"/>
                <a:gd name="connsiteY5" fmla="*/ 320407 h 320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84759" h="320407">
                  <a:moveTo>
                    <a:pt x="1839766" y="320407"/>
                  </a:moveTo>
                  <a:lnTo>
                    <a:pt x="0" y="320407"/>
                  </a:lnTo>
                  <a:lnTo>
                    <a:pt x="26715" y="129213"/>
                  </a:lnTo>
                  <a:cubicBezTo>
                    <a:pt x="40339" y="48693"/>
                    <a:pt x="101355" y="-685"/>
                    <a:pt x="190206" y="7"/>
                  </a:cubicBezTo>
                  <a:lnTo>
                    <a:pt x="1884759" y="385"/>
                  </a:lnTo>
                  <a:lnTo>
                    <a:pt x="1839766" y="32040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879C43B-C2D6-4A48-A554-53144C9DB60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406869" y="1222010"/>
              <a:ext cx="1285022" cy="145670"/>
            </a:xfrm>
            <a:prstGeom prst="rect">
              <a:avLst/>
            </a:prstGeom>
          </p:spPr>
        </p:pic>
      </p:grp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90B03684-856B-4959-90CB-8A0572EDBDD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510337" y="338151"/>
            <a:ext cx="2494268" cy="365125"/>
          </a:xfrm>
          <a:ln w="19050">
            <a:noFill/>
          </a:ln>
        </p:spPr>
        <p:txBody>
          <a:bodyPr anchor="ctr" anchorCtr="0">
            <a:noAutofit/>
          </a:bodyPr>
          <a:lstStyle>
            <a:lvl1pPr marL="0" indent="0" algn="r">
              <a:buNone/>
              <a:defRPr sz="800" i="0" cap="none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0" dirty="0"/>
              <a:t>Enter subtitle or breadcrumb here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259A48EC-6390-4B6A-A1B3-8CA107DD2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394" y="338151"/>
            <a:ext cx="418732" cy="365125"/>
          </a:xfrm>
          <a:prstGeom prst="rect">
            <a:avLst/>
          </a:prstGeom>
          <a:ln>
            <a:noFill/>
          </a:ln>
        </p:spPr>
        <p:txBody>
          <a:bodyPr/>
          <a:lstStyle/>
          <a:p>
            <a:fld id="{2FCA49FF-A860-B34F-9B0D-8259E55517F9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32734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Portfolio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E774F9-9A18-F23A-7391-E8C10678E081}"/>
              </a:ext>
            </a:extLst>
          </p:cNvPr>
          <p:cNvSpPr/>
          <p:nvPr userDrawn="1"/>
        </p:nvSpPr>
        <p:spPr>
          <a:xfrm>
            <a:off x="0" y="1070503"/>
            <a:ext cx="12188952" cy="542104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D4F193-92FF-9203-804F-8B9F18E3E9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880" b="12639"/>
          <a:stretch/>
        </p:blipFill>
        <p:spPr>
          <a:xfrm>
            <a:off x="0" y="1070502"/>
            <a:ext cx="12192000" cy="53858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827" y="173736"/>
            <a:ext cx="7843070" cy="90525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Enter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94394" y="338151"/>
            <a:ext cx="421780" cy="365125"/>
          </a:xfrm>
          <a:prstGeom prst="rect">
            <a:avLst/>
          </a:prstGeom>
          <a:ln>
            <a:noFill/>
          </a:ln>
        </p:spPr>
        <p:txBody>
          <a:bodyPr/>
          <a:lstStyle/>
          <a:p>
            <a:fld id="{2FCA49FF-A860-B34F-9B0D-8259E55517F9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2" name="Connecteur droit 7">
            <a:extLst>
              <a:ext uri="{FF2B5EF4-FFF2-40B4-BE49-F238E27FC236}">
                <a16:creationId xmlns:a16="http://schemas.microsoft.com/office/drawing/2014/main" id="{2B9CDFDF-35A2-4AA6-8F95-966F4FC1A42E}"/>
              </a:ext>
            </a:extLst>
          </p:cNvPr>
          <p:cNvCxnSpPr>
            <a:cxnSpLocks/>
          </p:cNvCxnSpPr>
          <p:nvPr userDrawn="1"/>
        </p:nvCxnSpPr>
        <p:spPr>
          <a:xfrm>
            <a:off x="0" y="1070503"/>
            <a:ext cx="12188952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6573EDD-3FA3-4169-BE56-9EB845C53A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10337" y="338151"/>
            <a:ext cx="2494268" cy="365125"/>
          </a:xfrm>
          <a:ln w="19050">
            <a:noFill/>
          </a:ln>
        </p:spPr>
        <p:txBody>
          <a:bodyPr anchor="ctr" anchorCtr="0">
            <a:noAutofit/>
          </a:bodyPr>
          <a:lstStyle>
            <a:lvl1pPr marL="0" indent="0" algn="r">
              <a:buNone/>
              <a:defRPr sz="800" i="0" cap="none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0"/>
              <a:t>Enter subtitle or breadcrumb here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AA35C1-6C44-429F-96D6-8A58D7B978DC}"/>
              </a:ext>
            </a:extLst>
          </p:cNvPr>
          <p:cNvGrpSpPr/>
          <p:nvPr userDrawn="1"/>
        </p:nvGrpSpPr>
        <p:grpSpPr>
          <a:xfrm>
            <a:off x="575827" y="1088095"/>
            <a:ext cx="1974850" cy="333614"/>
            <a:chOff x="2097498" y="1123192"/>
            <a:chExt cx="1896669" cy="320407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B57B1A1-03F5-43F8-9E19-F04A127C9308}"/>
                </a:ext>
              </a:extLst>
            </p:cNvPr>
            <p:cNvSpPr/>
            <p:nvPr userDrawn="1"/>
          </p:nvSpPr>
          <p:spPr>
            <a:xfrm rot="10800000">
              <a:off x="2097498" y="1123192"/>
              <a:ext cx="1896669" cy="320407"/>
            </a:xfrm>
            <a:custGeom>
              <a:avLst/>
              <a:gdLst>
                <a:gd name="connsiteX0" fmla="*/ 1839766 w 1884759"/>
                <a:gd name="connsiteY0" fmla="*/ 320407 h 320407"/>
                <a:gd name="connsiteX1" fmla="*/ 0 w 1884759"/>
                <a:gd name="connsiteY1" fmla="*/ 320407 h 320407"/>
                <a:gd name="connsiteX2" fmla="*/ 26715 w 1884759"/>
                <a:gd name="connsiteY2" fmla="*/ 129213 h 320407"/>
                <a:gd name="connsiteX3" fmla="*/ 190206 w 1884759"/>
                <a:gd name="connsiteY3" fmla="*/ 7 h 320407"/>
                <a:gd name="connsiteX4" fmla="*/ 1884759 w 1884759"/>
                <a:gd name="connsiteY4" fmla="*/ 385 h 320407"/>
                <a:gd name="connsiteX5" fmla="*/ 1839766 w 1884759"/>
                <a:gd name="connsiteY5" fmla="*/ 320407 h 320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84759" h="320407">
                  <a:moveTo>
                    <a:pt x="1839766" y="320407"/>
                  </a:moveTo>
                  <a:lnTo>
                    <a:pt x="0" y="320407"/>
                  </a:lnTo>
                  <a:lnTo>
                    <a:pt x="26715" y="129213"/>
                  </a:lnTo>
                  <a:cubicBezTo>
                    <a:pt x="40339" y="48693"/>
                    <a:pt x="101355" y="-685"/>
                    <a:pt x="190206" y="7"/>
                  </a:cubicBezTo>
                  <a:lnTo>
                    <a:pt x="1884759" y="385"/>
                  </a:lnTo>
                  <a:lnTo>
                    <a:pt x="1839766" y="32040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D0F58DC-1AC7-4B88-8426-D152D41A14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406869" y="1222010"/>
              <a:ext cx="1285022" cy="145670"/>
            </a:xfrm>
            <a:prstGeom prst="rect">
              <a:avLst/>
            </a:prstGeom>
          </p:spPr>
        </p:pic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9CB12885-92DC-4E08-A8D8-756D0E8C5B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40363" y="6253213"/>
            <a:ext cx="1175810" cy="479315"/>
          </a:xfrm>
          <a:prstGeom prst="rect">
            <a:avLst/>
          </a:prstGeom>
        </p:spPr>
      </p:pic>
      <p:pic>
        <p:nvPicPr>
          <p:cNvPr id="16" name="Picture 15" descr="A picture containing night sky  Description automatically generated">
            <a:extLst>
              <a:ext uri="{FF2B5EF4-FFF2-40B4-BE49-F238E27FC236}">
                <a16:creationId xmlns:a16="http://schemas.microsoft.com/office/drawing/2014/main" id="{39E83FD1-5753-C38E-CF4F-0B9F6F2F6C7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825002" y="1538151"/>
            <a:ext cx="4320000" cy="4366451"/>
          </a:xfrm>
          <a:prstGeom prst="rect">
            <a:avLst/>
          </a:prstGeom>
        </p:spPr>
      </p:pic>
      <p:pic>
        <p:nvPicPr>
          <p:cNvPr id="17" name="Picture 16" descr="A picture containing plant  Description automatically generated">
            <a:extLst>
              <a:ext uri="{FF2B5EF4-FFF2-40B4-BE49-F238E27FC236}">
                <a16:creationId xmlns:a16="http://schemas.microsoft.com/office/drawing/2014/main" id="{80C9648E-4B53-E56D-F711-5FFBF1E9B6B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825002" y="1538151"/>
            <a:ext cx="4320000" cy="43664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83EC50-F3BE-D3F6-957C-D16CD76F54CF}"/>
              </a:ext>
            </a:extLst>
          </p:cNvPr>
          <p:cNvSpPr txBox="1"/>
          <p:nvPr userDrawn="1"/>
        </p:nvSpPr>
        <p:spPr>
          <a:xfrm>
            <a:off x="792480" y="1965068"/>
            <a:ext cx="156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800" i="1">
                <a:latin typeface="Segoe UI Black" panose="020B0A02040204020203" pitchFamily="34" charset="0"/>
                <a:ea typeface="Segoe UI Black" panose="020B0A02040204020203" pitchFamily="34" charset="0"/>
              </a:rPr>
              <a:t>GROW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25D4DF-DA04-E90C-0EF1-E24463337CC0}"/>
              </a:ext>
            </a:extLst>
          </p:cNvPr>
          <p:cNvSpPr txBox="1"/>
          <p:nvPr userDrawn="1"/>
        </p:nvSpPr>
        <p:spPr>
          <a:xfrm>
            <a:off x="9936481" y="1964592"/>
            <a:ext cx="184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800" i="1">
                <a:latin typeface="Segoe UI Black" panose="020B0A02040204020203" pitchFamily="34" charset="0"/>
                <a:ea typeface="Segoe UI Black" panose="020B0A02040204020203" pitchFamily="34" charset="0"/>
              </a:rPr>
              <a:t>PROTECT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8BFE5C-9020-F5FE-1C60-EC53B4646A2C}"/>
              </a:ext>
            </a:extLst>
          </p:cNvPr>
          <p:cNvSpPr txBox="1"/>
          <p:nvPr userDrawn="1"/>
        </p:nvSpPr>
        <p:spPr>
          <a:xfrm>
            <a:off x="706069" y="4050752"/>
            <a:ext cx="156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800" i="1">
                <a:latin typeface="Segoe UI Black" panose="020B0A02040204020203" pitchFamily="34" charset="0"/>
                <a:ea typeface="Segoe UI Black" panose="020B0A02040204020203" pitchFamily="34" charset="0"/>
              </a:rPr>
              <a:t>ENHANCE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8634AE-9467-21B7-C1BC-B6D37373B00A}"/>
              </a:ext>
            </a:extLst>
          </p:cNvPr>
          <p:cNvSpPr txBox="1"/>
          <p:nvPr userDrawn="1"/>
        </p:nvSpPr>
        <p:spPr>
          <a:xfrm>
            <a:off x="685680" y="2649030"/>
            <a:ext cx="169937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CA" sz="1050" i="0">
                <a:latin typeface="+mj-lt"/>
                <a:ea typeface="Segoe UI Black" panose="020B0A02040204020203" pitchFamily="34" charset="0"/>
              </a:rPr>
              <a:t>Nitrogen-fixing Inoculants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ACCF11-0EB9-5B96-EAA3-BAFEDCB6AC0F}"/>
              </a:ext>
            </a:extLst>
          </p:cNvPr>
          <p:cNvSpPr txBox="1"/>
          <p:nvPr userDrawn="1"/>
        </p:nvSpPr>
        <p:spPr>
          <a:xfrm>
            <a:off x="575827" y="3305541"/>
            <a:ext cx="169937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CA" sz="1050" i="0">
                <a:latin typeface="+mj-lt"/>
                <a:ea typeface="Segoe UI Black" panose="020B0A02040204020203" pitchFamily="34" charset="0"/>
              </a:rPr>
              <a:t>Biofertilizers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734B20-8016-6ED8-5D86-B1E02A515CD7}"/>
              </a:ext>
            </a:extLst>
          </p:cNvPr>
          <p:cNvSpPr txBox="1"/>
          <p:nvPr userDrawn="1"/>
        </p:nvSpPr>
        <p:spPr>
          <a:xfrm>
            <a:off x="497517" y="4761750"/>
            <a:ext cx="169937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CA" sz="1050" i="0" dirty="0" err="1">
                <a:latin typeface="+mj-lt"/>
                <a:ea typeface="Segoe UI Black" panose="020B0A02040204020203" pitchFamily="34" charset="0"/>
              </a:rPr>
              <a:t>Biostimulants</a:t>
            </a:r>
            <a:endParaRPr lang="en-CA" sz="1050" i="0" dirty="0"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361607-310F-7828-D457-39C4A81F43F2}"/>
              </a:ext>
            </a:extLst>
          </p:cNvPr>
          <p:cNvSpPr txBox="1"/>
          <p:nvPr userDrawn="1"/>
        </p:nvSpPr>
        <p:spPr>
          <a:xfrm>
            <a:off x="398457" y="5404728"/>
            <a:ext cx="169937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CA" sz="1050" i="0" dirty="0">
                <a:latin typeface="+mj-lt"/>
                <a:ea typeface="Segoe UI Black" panose="020B0A02040204020203" pitchFamily="34" charset="0"/>
              </a:rPr>
              <a:t>Microbiome Activators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E75210-9AC8-5595-7106-5FFA71BF7F73}"/>
              </a:ext>
            </a:extLst>
          </p:cNvPr>
          <p:cNvSpPr txBox="1"/>
          <p:nvPr userDrawn="1"/>
        </p:nvSpPr>
        <p:spPr>
          <a:xfrm>
            <a:off x="9916794" y="2729821"/>
            <a:ext cx="169937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50" i="0">
                <a:latin typeface="+mj-lt"/>
                <a:ea typeface="Segoe UI Black" panose="020B0A02040204020203" pitchFamily="34" charset="0"/>
              </a:rPr>
              <a:t>Biofungicides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0689DF-BDF0-04DA-7FE3-7E68F9780B0A}"/>
              </a:ext>
            </a:extLst>
          </p:cNvPr>
          <p:cNvSpPr txBox="1"/>
          <p:nvPr userDrawn="1"/>
        </p:nvSpPr>
        <p:spPr>
          <a:xfrm>
            <a:off x="9823963" y="3362013"/>
            <a:ext cx="169937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50" i="0">
                <a:latin typeface="+mj-lt"/>
                <a:ea typeface="Segoe UI Black" panose="020B0A02040204020203" pitchFamily="34" charset="0"/>
              </a:rPr>
              <a:t>Bioinsecticides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DBEC29-275B-D439-337A-FEB286B690F0}"/>
              </a:ext>
            </a:extLst>
          </p:cNvPr>
          <p:cNvSpPr txBox="1"/>
          <p:nvPr userDrawn="1"/>
        </p:nvSpPr>
        <p:spPr>
          <a:xfrm>
            <a:off x="9727443" y="4009713"/>
            <a:ext cx="169937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50" i="0">
                <a:latin typeface="+mj-lt"/>
                <a:ea typeface="Segoe UI Black" panose="020B0A02040204020203" pitchFamily="34" charset="0"/>
              </a:rPr>
              <a:t>Bionematicides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4F64EA-13B4-26D2-BAE3-4614FE56E7AF}"/>
              </a:ext>
            </a:extLst>
          </p:cNvPr>
          <p:cNvSpPr txBox="1"/>
          <p:nvPr userDrawn="1"/>
        </p:nvSpPr>
        <p:spPr>
          <a:xfrm>
            <a:off x="9637908" y="4667623"/>
            <a:ext cx="169937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50" i="0">
                <a:latin typeface="+mj-lt"/>
                <a:ea typeface="Segoe UI Black" panose="020B0A02040204020203" pitchFamily="34" charset="0"/>
              </a:rPr>
              <a:t>Bioherbicides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0F3EBF-5FE7-D692-6CEF-41848FE6AC3F}"/>
              </a:ext>
            </a:extLst>
          </p:cNvPr>
          <p:cNvSpPr txBox="1"/>
          <p:nvPr userDrawn="1"/>
        </p:nvSpPr>
        <p:spPr>
          <a:xfrm>
            <a:off x="9549659" y="5325533"/>
            <a:ext cx="169937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50" i="0">
                <a:latin typeface="+mj-lt"/>
                <a:ea typeface="Segoe UI Black" panose="020B0A02040204020203" pitchFamily="34" charset="0"/>
              </a:rPr>
              <a:t>Post Harvest Treatments</a:t>
            </a:r>
          </a:p>
        </p:txBody>
      </p:sp>
    </p:spTree>
    <p:extLst>
      <p:ext uri="{BB962C8B-B14F-4D97-AF65-F5344CB8AC3E}">
        <p14:creationId xmlns:p14="http://schemas.microsoft.com/office/powerpoint/2010/main" val="2262230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accel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540000">
                                      <p:cBhvr>
                                        <p:cTn id="6" dur="10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Portfolio F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E774F9-9A18-F23A-7391-E8C10678E081}"/>
              </a:ext>
            </a:extLst>
          </p:cNvPr>
          <p:cNvSpPr/>
          <p:nvPr userDrawn="1"/>
        </p:nvSpPr>
        <p:spPr>
          <a:xfrm>
            <a:off x="0" y="1070503"/>
            <a:ext cx="12188952" cy="542104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D4F193-92FF-9203-804F-8B9F18E3E9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880" b="12639"/>
          <a:stretch/>
        </p:blipFill>
        <p:spPr>
          <a:xfrm>
            <a:off x="0" y="1070502"/>
            <a:ext cx="12192000" cy="53858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827" y="173736"/>
            <a:ext cx="7843070" cy="90525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Enter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94394" y="338151"/>
            <a:ext cx="421780" cy="365125"/>
          </a:xfrm>
          <a:prstGeom prst="rect">
            <a:avLst/>
          </a:prstGeom>
          <a:ln>
            <a:noFill/>
          </a:ln>
        </p:spPr>
        <p:txBody>
          <a:bodyPr/>
          <a:lstStyle/>
          <a:p>
            <a:fld id="{2FCA49FF-A860-B34F-9B0D-8259E55517F9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2" name="Connecteur droit 7">
            <a:extLst>
              <a:ext uri="{FF2B5EF4-FFF2-40B4-BE49-F238E27FC236}">
                <a16:creationId xmlns:a16="http://schemas.microsoft.com/office/drawing/2014/main" id="{2B9CDFDF-35A2-4AA6-8F95-966F4FC1A42E}"/>
              </a:ext>
            </a:extLst>
          </p:cNvPr>
          <p:cNvCxnSpPr>
            <a:cxnSpLocks/>
          </p:cNvCxnSpPr>
          <p:nvPr userDrawn="1"/>
        </p:nvCxnSpPr>
        <p:spPr>
          <a:xfrm>
            <a:off x="0" y="1070503"/>
            <a:ext cx="12188952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6573EDD-3FA3-4169-BE56-9EB845C53A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10337" y="338151"/>
            <a:ext cx="2494268" cy="365125"/>
          </a:xfrm>
          <a:ln w="19050">
            <a:noFill/>
          </a:ln>
        </p:spPr>
        <p:txBody>
          <a:bodyPr anchor="ctr" anchorCtr="0">
            <a:noAutofit/>
          </a:bodyPr>
          <a:lstStyle>
            <a:lvl1pPr marL="0" indent="0" algn="r">
              <a:buNone/>
              <a:defRPr sz="800" i="0" cap="none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0"/>
              <a:t>Enter subtitle or breadcrumb here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AA35C1-6C44-429F-96D6-8A58D7B978DC}"/>
              </a:ext>
            </a:extLst>
          </p:cNvPr>
          <p:cNvGrpSpPr/>
          <p:nvPr userDrawn="1"/>
        </p:nvGrpSpPr>
        <p:grpSpPr>
          <a:xfrm>
            <a:off x="575827" y="1088095"/>
            <a:ext cx="1974850" cy="333614"/>
            <a:chOff x="2097498" y="1123192"/>
            <a:chExt cx="1896669" cy="320407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B57B1A1-03F5-43F8-9E19-F04A127C9308}"/>
                </a:ext>
              </a:extLst>
            </p:cNvPr>
            <p:cNvSpPr/>
            <p:nvPr userDrawn="1"/>
          </p:nvSpPr>
          <p:spPr>
            <a:xfrm rot="10800000">
              <a:off x="2097498" y="1123192"/>
              <a:ext cx="1896669" cy="320407"/>
            </a:xfrm>
            <a:custGeom>
              <a:avLst/>
              <a:gdLst>
                <a:gd name="connsiteX0" fmla="*/ 1839766 w 1884759"/>
                <a:gd name="connsiteY0" fmla="*/ 320407 h 320407"/>
                <a:gd name="connsiteX1" fmla="*/ 0 w 1884759"/>
                <a:gd name="connsiteY1" fmla="*/ 320407 h 320407"/>
                <a:gd name="connsiteX2" fmla="*/ 26715 w 1884759"/>
                <a:gd name="connsiteY2" fmla="*/ 129213 h 320407"/>
                <a:gd name="connsiteX3" fmla="*/ 190206 w 1884759"/>
                <a:gd name="connsiteY3" fmla="*/ 7 h 320407"/>
                <a:gd name="connsiteX4" fmla="*/ 1884759 w 1884759"/>
                <a:gd name="connsiteY4" fmla="*/ 385 h 320407"/>
                <a:gd name="connsiteX5" fmla="*/ 1839766 w 1884759"/>
                <a:gd name="connsiteY5" fmla="*/ 320407 h 320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84759" h="320407">
                  <a:moveTo>
                    <a:pt x="1839766" y="320407"/>
                  </a:moveTo>
                  <a:lnTo>
                    <a:pt x="0" y="320407"/>
                  </a:lnTo>
                  <a:lnTo>
                    <a:pt x="26715" y="129213"/>
                  </a:lnTo>
                  <a:cubicBezTo>
                    <a:pt x="40339" y="48693"/>
                    <a:pt x="101355" y="-685"/>
                    <a:pt x="190206" y="7"/>
                  </a:cubicBezTo>
                  <a:lnTo>
                    <a:pt x="1884759" y="385"/>
                  </a:lnTo>
                  <a:lnTo>
                    <a:pt x="1839766" y="32040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D0F58DC-1AC7-4B88-8426-D152D41A14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406869" y="1222010"/>
              <a:ext cx="1285022" cy="145670"/>
            </a:xfrm>
            <a:prstGeom prst="rect">
              <a:avLst/>
            </a:prstGeom>
          </p:spPr>
        </p:pic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9CB12885-92DC-4E08-A8D8-756D0E8C5B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40363" y="6253213"/>
            <a:ext cx="1175810" cy="479315"/>
          </a:xfrm>
          <a:prstGeom prst="rect">
            <a:avLst/>
          </a:prstGeom>
        </p:spPr>
      </p:pic>
      <p:pic>
        <p:nvPicPr>
          <p:cNvPr id="16" name="Picture 15" descr="A picture containing night sky  Description automatically generated">
            <a:extLst>
              <a:ext uri="{FF2B5EF4-FFF2-40B4-BE49-F238E27FC236}">
                <a16:creationId xmlns:a16="http://schemas.microsoft.com/office/drawing/2014/main" id="{39E83FD1-5753-C38E-CF4F-0B9F6F2F6C7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825002" y="1538151"/>
            <a:ext cx="4320000" cy="4366451"/>
          </a:xfrm>
          <a:prstGeom prst="rect">
            <a:avLst/>
          </a:prstGeom>
        </p:spPr>
      </p:pic>
      <p:pic>
        <p:nvPicPr>
          <p:cNvPr id="17" name="Picture 16" descr="A picture containing plant  Description automatically generated">
            <a:extLst>
              <a:ext uri="{FF2B5EF4-FFF2-40B4-BE49-F238E27FC236}">
                <a16:creationId xmlns:a16="http://schemas.microsoft.com/office/drawing/2014/main" id="{80C9648E-4B53-E56D-F711-5FFBF1E9B6B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825002" y="1538151"/>
            <a:ext cx="4320000" cy="43664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83EC50-F3BE-D3F6-957C-D16CD76F54CF}"/>
              </a:ext>
            </a:extLst>
          </p:cNvPr>
          <p:cNvSpPr txBox="1"/>
          <p:nvPr userDrawn="1"/>
        </p:nvSpPr>
        <p:spPr>
          <a:xfrm>
            <a:off x="792480" y="2029135"/>
            <a:ext cx="1562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i="1">
                <a:latin typeface="Segoe UI Black" panose="020B0A02040204020203" pitchFamily="34" charset="0"/>
                <a:ea typeface="Segoe UI Black" panose="020B0A02040204020203" pitchFamily="34" charset="0"/>
              </a:rPr>
              <a:t>DÉVELOPPEMENT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25D4DF-DA04-E90C-0EF1-E24463337CC0}"/>
              </a:ext>
            </a:extLst>
          </p:cNvPr>
          <p:cNvSpPr txBox="1"/>
          <p:nvPr userDrawn="1"/>
        </p:nvSpPr>
        <p:spPr>
          <a:xfrm>
            <a:off x="9936481" y="1964592"/>
            <a:ext cx="184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800" i="1">
                <a:latin typeface="Segoe UI Black" panose="020B0A02040204020203" pitchFamily="34" charset="0"/>
                <a:ea typeface="Segoe UI Black" panose="020B0A02040204020203" pitchFamily="34" charset="0"/>
              </a:rPr>
              <a:t>PROTECTION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8BFE5C-9020-F5FE-1C60-EC53B4646A2C}"/>
              </a:ext>
            </a:extLst>
          </p:cNvPr>
          <p:cNvSpPr txBox="1"/>
          <p:nvPr userDrawn="1"/>
        </p:nvSpPr>
        <p:spPr>
          <a:xfrm>
            <a:off x="706069" y="4090504"/>
            <a:ext cx="1562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i="1">
                <a:latin typeface="Segoe UI Black" panose="020B0A02040204020203" pitchFamily="34" charset="0"/>
                <a:ea typeface="Segoe UI Black" panose="020B0A02040204020203" pitchFamily="34" charset="0"/>
              </a:rPr>
              <a:t>RENFORCEMENT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8634AE-9467-21B7-C1BC-B6D37373B00A}"/>
              </a:ext>
            </a:extLst>
          </p:cNvPr>
          <p:cNvSpPr txBox="1"/>
          <p:nvPr userDrawn="1"/>
        </p:nvSpPr>
        <p:spPr>
          <a:xfrm>
            <a:off x="685680" y="2649030"/>
            <a:ext cx="169937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CA" sz="1050" i="0">
                <a:latin typeface="+mj-lt"/>
                <a:ea typeface="Segoe UI Black" panose="020B0A02040204020203" pitchFamily="34" charset="0"/>
              </a:rPr>
              <a:t>Inoculants </a:t>
            </a:r>
            <a:r>
              <a:rPr lang="en-CA" sz="1050" i="0" err="1">
                <a:latin typeface="+mj-lt"/>
                <a:ea typeface="Segoe UI Black" panose="020B0A02040204020203" pitchFamily="34" charset="0"/>
              </a:rPr>
              <a:t>fixateurs</a:t>
            </a:r>
            <a:r>
              <a:rPr lang="en-CA" sz="1050" i="0">
                <a:latin typeface="+mj-lt"/>
                <a:ea typeface="Segoe UI Black" panose="020B0A02040204020203" pitchFamily="34" charset="0"/>
              </a:rPr>
              <a:t> </a:t>
            </a:r>
            <a:r>
              <a:rPr lang="en-CA" sz="1050" i="0" err="1">
                <a:latin typeface="+mj-lt"/>
                <a:ea typeface="Segoe UI Black" panose="020B0A02040204020203" pitchFamily="34" charset="0"/>
              </a:rPr>
              <a:t>d'azote</a:t>
            </a:r>
            <a:endParaRPr lang="en-CA" sz="1050" i="0"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ACCF11-0EB9-5B96-EAA3-BAFEDCB6AC0F}"/>
              </a:ext>
            </a:extLst>
          </p:cNvPr>
          <p:cNvSpPr txBox="1"/>
          <p:nvPr userDrawn="1"/>
        </p:nvSpPr>
        <p:spPr>
          <a:xfrm>
            <a:off x="575827" y="3305541"/>
            <a:ext cx="169937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CA" sz="1050" i="0" err="1">
                <a:latin typeface="+mj-lt"/>
                <a:ea typeface="Segoe UI Black" panose="020B0A02040204020203" pitchFamily="34" charset="0"/>
              </a:rPr>
              <a:t>Biofertilisants</a:t>
            </a:r>
            <a:endParaRPr lang="en-CA" sz="1050" i="0"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734B20-8016-6ED8-5D86-B1E02A515CD7}"/>
              </a:ext>
            </a:extLst>
          </p:cNvPr>
          <p:cNvSpPr txBox="1"/>
          <p:nvPr userDrawn="1"/>
        </p:nvSpPr>
        <p:spPr>
          <a:xfrm>
            <a:off x="497517" y="4761750"/>
            <a:ext cx="169937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CA" sz="1050" i="0">
                <a:latin typeface="+mj-lt"/>
                <a:ea typeface="Segoe UI Black" panose="020B0A02040204020203" pitchFamily="34" charset="0"/>
              </a:rPr>
              <a:t>Biostimulants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361607-310F-7828-D457-39C4A81F43F2}"/>
              </a:ext>
            </a:extLst>
          </p:cNvPr>
          <p:cNvSpPr txBox="1"/>
          <p:nvPr userDrawn="1"/>
        </p:nvSpPr>
        <p:spPr>
          <a:xfrm>
            <a:off x="398457" y="5325533"/>
            <a:ext cx="1699379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CA" sz="1050" i="0" dirty="0" err="1">
                <a:latin typeface="+mj-lt"/>
                <a:ea typeface="Segoe UI Black" panose="020B0A02040204020203" pitchFamily="34" charset="0"/>
              </a:rPr>
              <a:t>Activateurs</a:t>
            </a:r>
            <a:r>
              <a:rPr lang="en-CA" sz="1050" i="0" dirty="0">
                <a:latin typeface="+mj-lt"/>
                <a:ea typeface="Segoe UI Black" panose="020B0A02040204020203" pitchFamily="34" charset="0"/>
              </a:rPr>
              <a:t> du</a:t>
            </a:r>
          </a:p>
          <a:p>
            <a:pPr algn="r"/>
            <a:r>
              <a:rPr lang="en-CA" sz="1050" i="0" dirty="0">
                <a:latin typeface="+mj-lt"/>
                <a:ea typeface="Segoe UI Black" panose="020B0A02040204020203" pitchFamily="34" charset="0"/>
              </a:rPr>
              <a:t>microbiome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E75210-9AC8-5595-7106-5FFA71BF7F73}"/>
              </a:ext>
            </a:extLst>
          </p:cNvPr>
          <p:cNvSpPr txBox="1"/>
          <p:nvPr userDrawn="1"/>
        </p:nvSpPr>
        <p:spPr>
          <a:xfrm>
            <a:off x="9916794" y="2729821"/>
            <a:ext cx="169937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50" i="0" err="1">
                <a:latin typeface="+mj-lt"/>
                <a:ea typeface="Segoe UI Black" panose="020B0A02040204020203" pitchFamily="34" charset="0"/>
              </a:rPr>
              <a:t>Biofongicides</a:t>
            </a:r>
            <a:endParaRPr lang="en-CA" sz="1050" i="0"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0689DF-BDF0-04DA-7FE3-7E68F9780B0A}"/>
              </a:ext>
            </a:extLst>
          </p:cNvPr>
          <p:cNvSpPr txBox="1"/>
          <p:nvPr userDrawn="1"/>
        </p:nvSpPr>
        <p:spPr>
          <a:xfrm>
            <a:off x="9823963" y="3362013"/>
            <a:ext cx="169937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50" i="0">
                <a:latin typeface="+mj-lt"/>
                <a:ea typeface="Segoe UI Black" panose="020B0A02040204020203" pitchFamily="34" charset="0"/>
              </a:rPr>
              <a:t>Bioinsecticides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DBEC29-275B-D439-337A-FEB286B690F0}"/>
              </a:ext>
            </a:extLst>
          </p:cNvPr>
          <p:cNvSpPr txBox="1"/>
          <p:nvPr userDrawn="1"/>
        </p:nvSpPr>
        <p:spPr>
          <a:xfrm>
            <a:off x="9727443" y="4009713"/>
            <a:ext cx="169937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50" i="0" err="1">
                <a:latin typeface="+mj-lt"/>
                <a:ea typeface="Segoe UI Black" panose="020B0A02040204020203" pitchFamily="34" charset="0"/>
              </a:rPr>
              <a:t>Bionématicides</a:t>
            </a:r>
            <a:endParaRPr lang="en-CA" sz="1050" i="0"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4F64EA-13B4-26D2-BAE3-4614FE56E7AF}"/>
              </a:ext>
            </a:extLst>
          </p:cNvPr>
          <p:cNvSpPr txBox="1"/>
          <p:nvPr userDrawn="1"/>
        </p:nvSpPr>
        <p:spPr>
          <a:xfrm>
            <a:off x="9637908" y="4667623"/>
            <a:ext cx="169937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50" i="0">
                <a:latin typeface="+mj-lt"/>
                <a:ea typeface="Segoe UI Black" panose="020B0A02040204020203" pitchFamily="34" charset="0"/>
              </a:rPr>
              <a:t>Bioherbicides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0F3EBF-5FE7-D692-6CEF-41848FE6AC3F}"/>
              </a:ext>
            </a:extLst>
          </p:cNvPr>
          <p:cNvSpPr txBox="1"/>
          <p:nvPr userDrawn="1"/>
        </p:nvSpPr>
        <p:spPr>
          <a:xfrm>
            <a:off x="9549659" y="5325533"/>
            <a:ext cx="169937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50" i="0" err="1">
                <a:latin typeface="+mj-lt"/>
                <a:ea typeface="Segoe UI Black" panose="020B0A02040204020203" pitchFamily="34" charset="0"/>
              </a:rPr>
              <a:t>Traitements</a:t>
            </a:r>
            <a:r>
              <a:rPr lang="en-CA" sz="1050" i="0">
                <a:latin typeface="+mj-lt"/>
                <a:ea typeface="Segoe UI Black" panose="020B0A02040204020203" pitchFamily="34" charset="0"/>
              </a:rPr>
              <a:t> post-</a:t>
            </a:r>
            <a:r>
              <a:rPr lang="en-CA" sz="1050" i="0" err="1">
                <a:latin typeface="+mj-lt"/>
                <a:ea typeface="Segoe UI Black" panose="020B0A02040204020203" pitchFamily="34" charset="0"/>
              </a:rPr>
              <a:t>récolte</a:t>
            </a:r>
            <a:endParaRPr lang="en-CA" sz="1050" i="0">
              <a:latin typeface="+mj-lt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640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accel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540000">
                                      <p:cBhvr>
                                        <p:cTn id="6" dur="10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Portfolio 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E774F9-9A18-F23A-7391-E8C10678E081}"/>
              </a:ext>
            </a:extLst>
          </p:cNvPr>
          <p:cNvSpPr/>
          <p:nvPr userDrawn="1"/>
        </p:nvSpPr>
        <p:spPr>
          <a:xfrm>
            <a:off x="0" y="1070503"/>
            <a:ext cx="12188952" cy="542104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D4F193-92FF-9203-804F-8B9F18E3E9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880" b="12639"/>
          <a:stretch/>
        </p:blipFill>
        <p:spPr>
          <a:xfrm>
            <a:off x="0" y="1070502"/>
            <a:ext cx="12192000" cy="53858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827" y="173736"/>
            <a:ext cx="7843070" cy="90525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Enter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94394" y="338151"/>
            <a:ext cx="421780" cy="365125"/>
          </a:xfrm>
          <a:prstGeom prst="rect">
            <a:avLst/>
          </a:prstGeom>
          <a:ln>
            <a:noFill/>
          </a:ln>
        </p:spPr>
        <p:txBody>
          <a:bodyPr/>
          <a:lstStyle/>
          <a:p>
            <a:fld id="{2FCA49FF-A860-B34F-9B0D-8259E55517F9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2" name="Connecteur droit 7">
            <a:extLst>
              <a:ext uri="{FF2B5EF4-FFF2-40B4-BE49-F238E27FC236}">
                <a16:creationId xmlns:a16="http://schemas.microsoft.com/office/drawing/2014/main" id="{2B9CDFDF-35A2-4AA6-8F95-966F4FC1A42E}"/>
              </a:ext>
            </a:extLst>
          </p:cNvPr>
          <p:cNvCxnSpPr>
            <a:cxnSpLocks/>
          </p:cNvCxnSpPr>
          <p:nvPr userDrawn="1"/>
        </p:nvCxnSpPr>
        <p:spPr>
          <a:xfrm>
            <a:off x="0" y="1070503"/>
            <a:ext cx="12188952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6573EDD-3FA3-4169-BE56-9EB845C53A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10337" y="338151"/>
            <a:ext cx="2494268" cy="365125"/>
          </a:xfrm>
          <a:ln w="19050">
            <a:noFill/>
          </a:ln>
        </p:spPr>
        <p:txBody>
          <a:bodyPr anchor="ctr" anchorCtr="0">
            <a:noAutofit/>
          </a:bodyPr>
          <a:lstStyle>
            <a:lvl1pPr marL="0" indent="0" algn="r">
              <a:buNone/>
              <a:defRPr sz="800" i="0" cap="none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0"/>
              <a:t>Enter subtitle or breadcrumb here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AA35C1-6C44-429F-96D6-8A58D7B978DC}"/>
              </a:ext>
            </a:extLst>
          </p:cNvPr>
          <p:cNvGrpSpPr/>
          <p:nvPr userDrawn="1"/>
        </p:nvGrpSpPr>
        <p:grpSpPr>
          <a:xfrm>
            <a:off x="575827" y="1088095"/>
            <a:ext cx="1974850" cy="333614"/>
            <a:chOff x="2097498" y="1123192"/>
            <a:chExt cx="1896669" cy="320407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B57B1A1-03F5-43F8-9E19-F04A127C9308}"/>
                </a:ext>
              </a:extLst>
            </p:cNvPr>
            <p:cNvSpPr/>
            <p:nvPr userDrawn="1"/>
          </p:nvSpPr>
          <p:spPr>
            <a:xfrm rot="10800000">
              <a:off x="2097498" y="1123192"/>
              <a:ext cx="1896669" cy="320407"/>
            </a:xfrm>
            <a:custGeom>
              <a:avLst/>
              <a:gdLst>
                <a:gd name="connsiteX0" fmla="*/ 1839766 w 1884759"/>
                <a:gd name="connsiteY0" fmla="*/ 320407 h 320407"/>
                <a:gd name="connsiteX1" fmla="*/ 0 w 1884759"/>
                <a:gd name="connsiteY1" fmla="*/ 320407 h 320407"/>
                <a:gd name="connsiteX2" fmla="*/ 26715 w 1884759"/>
                <a:gd name="connsiteY2" fmla="*/ 129213 h 320407"/>
                <a:gd name="connsiteX3" fmla="*/ 190206 w 1884759"/>
                <a:gd name="connsiteY3" fmla="*/ 7 h 320407"/>
                <a:gd name="connsiteX4" fmla="*/ 1884759 w 1884759"/>
                <a:gd name="connsiteY4" fmla="*/ 385 h 320407"/>
                <a:gd name="connsiteX5" fmla="*/ 1839766 w 1884759"/>
                <a:gd name="connsiteY5" fmla="*/ 320407 h 320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84759" h="320407">
                  <a:moveTo>
                    <a:pt x="1839766" y="320407"/>
                  </a:moveTo>
                  <a:lnTo>
                    <a:pt x="0" y="320407"/>
                  </a:lnTo>
                  <a:lnTo>
                    <a:pt x="26715" y="129213"/>
                  </a:lnTo>
                  <a:cubicBezTo>
                    <a:pt x="40339" y="48693"/>
                    <a:pt x="101355" y="-685"/>
                    <a:pt x="190206" y="7"/>
                  </a:cubicBezTo>
                  <a:lnTo>
                    <a:pt x="1884759" y="385"/>
                  </a:lnTo>
                  <a:lnTo>
                    <a:pt x="1839766" y="32040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D0F58DC-1AC7-4B88-8426-D152D41A14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406869" y="1222010"/>
              <a:ext cx="1285022" cy="145670"/>
            </a:xfrm>
            <a:prstGeom prst="rect">
              <a:avLst/>
            </a:prstGeom>
          </p:spPr>
        </p:pic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9CB12885-92DC-4E08-A8D8-756D0E8C5B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40363" y="6253213"/>
            <a:ext cx="1175810" cy="479315"/>
          </a:xfrm>
          <a:prstGeom prst="rect">
            <a:avLst/>
          </a:prstGeom>
        </p:spPr>
      </p:pic>
      <p:pic>
        <p:nvPicPr>
          <p:cNvPr id="16" name="Picture 15" descr="A picture containing night sky  Description automatically generated">
            <a:extLst>
              <a:ext uri="{FF2B5EF4-FFF2-40B4-BE49-F238E27FC236}">
                <a16:creationId xmlns:a16="http://schemas.microsoft.com/office/drawing/2014/main" id="{39E83FD1-5753-C38E-CF4F-0B9F6F2F6C7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825002" y="1538151"/>
            <a:ext cx="4320000" cy="4366451"/>
          </a:xfrm>
          <a:prstGeom prst="rect">
            <a:avLst/>
          </a:prstGeom>
        </p:spPr>
      </p:pic>
      <p:pic>
        <p:nvPicPr>
          <p:cNvPr id="17" name="Picture 16" descr="A picture containing plant  Description automatically generated">
            <a:extLst>
              <a:ext uri="{FF2B5EF4-FFF2-40B4-BE49-F238E27FC236}">
                <a16:creationId xmlns:a16="http://schemas.microsoft.com/office/drawing/2014/main" id="{80C9648E-4B53-E56D-F711-5FFBF1E9B6B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825002" y="1538151"/>
            <a:ext cx="4320000" cy="43664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83EC50-F3BE-D3F6-957C-D16CD76F54CF}"/>
              </a:ext>
            </a:extLst>
          </p:cNvPr>
          <p:cNvSpPr txBox="1"/>
          <p:nvPr userDrawn="1"/>
        </p:nvSpPr>
        <p:spPr>
          <a:xfrm>
            <a:off x="792480" y="1997980"/>
            <a:ext cx="1562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i="1">
                <a:latin typeface="Segoe UI Black" panose="020B0A02040204020203" pitchFamily="34" charset="0"/>
                <a:ea typeface="Segoe UI Black" panose="020B0A02040204020203" pitchFamily="34" charset="0"/>
              </a:rPr>
              <a:t>CRESCIMENTO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25D4DF-DA04-E90C-0EF1-E24463337CC0}"/>
              </a:ext>
            </a:extLst>
          </p:cNvPr>
          <p:cNvSpPr txBox="1"/>
          <p:nvPr userDrawn="1"/>
        </p:nvSpPr>
        <p:spPr>
          <a:xfrm>
            <a:off x="9936481" y="1964592"/>
            <a:ext cx="184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800" i="1">
                <a:latin typeface="Segoe UI Black" panose="020B0A02040204020203" pitchFamily="34" charset="0"/>
                <a:ea typeface="Segoe UI Black" panose="020B0A02040204020203" pitchFamily="34" charset="0"/>
              </a:rPr>
              <a:t>PROTEÇÃO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8BFE5C-9020-F5FE-1C60-EC53B4646A2C}"/>
              </a:ext>
            </a:extLst>
          </p:cNvPr>
          <p:cNvSpPr txBox="1"/>
          <p:nvPr userDrawn="1"/>
        </p:nvSpPr>
        <p:spPr>
          <a:xfrm>
            <a:off x="706069" y="4090504"/>
            <a:ext cx="1562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i="1">
                <a:latin typeface="Segoe UI Black" panose="020B0A02040204020203" pitchFamily="34" charset="0"/>
                <a:ea typeface="Segoe UI Black" panose="020B0A02040204020203" pitchFamily="34" charset="0"/>
              </a:rPr>
              <a:t>ESTIMULANTE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8634AE-9467-21B7-C1BC-B6D37373B00A}"/>
              </a:ext>
            </a:extLst>
          </p:cNvPr>
          <p:cNvSpPr txBox="1"/>
          <p:nvPr userDrawn="1"/>
        </p:nvSpPr>
        <p:spPr>
          <a:xfrm>
            <a:off x="685680" y="2545898"/>
            <a:ext cx="1699379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CA" sz="1050" i="0" err="1">
                <a:latin typeface="+mj-lt"/>
                <a:ea typeface="Segoe UI Black" panose="020B0A02040204020203" pitchFamily="34" charset="0"/>
              </a:rPr>
              <a:t>Inoculantes</a:t>
            </a:r>
            <a:endParaRPr lang="en-CA" sz="1050" i="0">
              <a:latin typeface="+mj-lt"/>
              <a:ea typeface="Segoe UI Black" panose="020B0A02040204020203" pitchFamily="34" charset="0"/>
            </a:endParaRPr>
          </a:p>
          <a:p>
            <a:pPr algn="r"/>
            <a:r>
              <a:rPr lang="en-CA" sz="1050" i="0" err="1">
                <a:latin typeface="+mj-lt"/>
                <a:ea typeface="Segoe UI Black" panose="020B0A02040204020203" pitchFamily="34" charset="0"/>
              </a:rPr>
              <a:t>fixadores</a:t>
            </a:r>
            <a:r>
              <a:rPr lang="en-CA" sz="1050" i="0">
                <a:latin typeface="+mj-lt"/>
                <a:ea typeface="Segoe UI Black" panose="020B0A02040204020203" pitchFamily="34" charset="0"/>
              </a:rPr>
              <a:t> de </a:t>
            </a:r>
            <a:r>
              <a:rPr lang="en-CA" sz="1050" i="0" err="1">
                <a:latin typeface="+mj-lt"/>
                <a:ea typeface="Segoe UI Black" panose="020B0A02040204020203" pitchFamily="34" charset="0"/>
              </a:rPr>
              <a:t>nitrogênio</a:t>
            </a:r>
            <a:endParaRPr lang="en-CA" sz="1050" i="0"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ACCF11-0EB9-5B96-EAA3-BAFEDCB6AC0F}"/>
              </a:ext>
            </a:extLst>
          </p:cNvPr>
          <p:cNvSpPr txBox="1"/>
          <p:nvPr userDrawn="1"/>
        </p:nvSpPr>
        <p:spPr>
          <a:xfrm>
            <a:off x="575827" y="3305541"/>
            <a:ext cx="169937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CA" sz="1050" i="0" err="1">
                <a:latin typeface="+mj-lt"/>
                <a:ea typeface="Segoe UI Black" panose="020B0A02040204020203" pitchFamily="34" charset="0"/>
              </a:rPr>
              <a:t>Biofertilizantes</a:t>
            </a:r>
            <a:endParaRPr lang="en-CA" sz="1050" i="0"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734B20-8016-6ED8-5D86-B1E02A515CD7}"/>
              </a:ext>
            </a:extLst>
          </p:cNvPr>
          <p:cNvSpPr txBox="1"/>
          <p:nvPr userDrawn="1"/>
        </p:nvSpPr>
        <p:spPr>
          <a:xfrm>
            <a:off x="497517" y="4761750"/>
            <a:ext cx="169937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CA" sz="1050" i="0" err="1">
                <a:latin typeface="+mj-lt"/>
                <a:ea typeface="Segoe UI Black" panose="020B0A02040204020203" pitchFamily="34" charset="0"/>
              </a:rPr>
              <a:t>Biostimulantes</a:t>
            </a:r>
            <a:endParaRPr lang="en-CA" sz="1050" i="0"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361607-310F-7828-D457-39C4A81F43F2}"/>
              </a:ext>
            </a:extLst>
          </p:cNvPr>
          <p:cNvSpPr txBox="1"/>
          <p:nvPr userDrawn="1"/>
        </p:nvSpPr>
        <p:spPr>
          <a:xfrm>
            <a:off x="63062" y="5298367"/>
            <a:ext cx="2034775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pt-BR" sz="1050" i="0" dirty="0">
                <a:latin typeface="+mj-lt"/>
                <a:ea typeface="Segoe UI Black" panose="020B0A02040204020203" pitchFamily="34" charset="0"/>
              </a:rPr>
              <a:t>ativadores de</a:t>
            </a:r>
          </a:p>
          <a:p>
            <a:pPr algn="r"/>
            <a:r>
              <a:rPr lang="pt-BR" sz="1050" i="0" dirty="0" err="1">
                <a:latin typeface="+mj-lt"/>
                <a:ea typeface="Segoe UI Black" panose="020B0A02040204020203" pitchFamily="34" charset="0"/>
              </a:rPr>
              <a:t>microbioma</a:t>
            </a:r>
            <a:endParaRPr lang="en-CA" sz="1050" i="0" dirty="0"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E75210-9AC8-5595-7106-5FFA71BF7F73}"/>
              </a:ext>
            </a:extLst>
          </p:cNvPr>
          <p:cNvSpPr txBox="1"/>
          <p:nvPr userDrawn="1"/>
        </p:nvSpPr>
        <p:spPr>
          <a:xfrm>
            <a:off x="9916794" y="2729821"/>
            <a:ext cx="169937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50" i="0" err="1">
                <a:latin typeface="+mj-lt"/>
                <a:ea typeface="Segoe UI Black" panose="020B0A02040204020203" pitchFamily="34" charset="0"/>
              </a:rPr>
              <a:t>Biofungicidas</a:t>
            </a:r>
            <a:endParaRPr lang="en-CA" sz="1050" i="0"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0689DF-BDF0-04DA-7FE3-7E68F9780B0A}"/>
              </a:ext>
            </a:extLst>
          </p:cNvPr>
          <p:cNvSpPr txBox="1"/>
          <p:nvPr userDrawn="1"/>
        </p:nvSpPr>
        <p:spPr>
          <a:xfrm>
            <a:off x="9823963" y="3362013"/>
            <a:ext cx="169937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50" i="0" err="1">
                <a:latin typeface="+mj-lt"/>
                <a:ea typeface="Segoe UI Black" panose="020B0A02040204020203" pitchFamily="34" charset="0"/>
              </a:rPr>
              <a:t>Bioinceticidas</a:t>
            </a:r>
            <a:endParaRPr lang="en-CA" sz="1050" i="0"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DBEC29-275B-D439-337A-FEB286B690F0}"/>
              </a:ext>
            </a:extLst>
          </p:cNvPr>
          <p:cNvSpPr txBox="1"/>
          <p:nvPr userDrawn="1"/>
        </p:nvSpPr>
        <p:spPr>
          <a:xfrm>
            <a:off x="9727443" y="4009713"/>
            <a:ext cx="169937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50" i="0" err="1">
                <a:latin typeface="+mj-lt"/>
                <a:ea typeface="Segoe UI Black" panose="020B0A02040204020203" pitchFamily="34" charset="0"/>
              </a:rPr>
              <a:t>Bionematicidas</a:t>
            </a:r>
            <a:endParaRPr lang="en-CA" sz="1050" i="0"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4F64EA-13B4-26D2-BAE3-4614FE56E7AF}"/>
              </a:ext>
            </a:extLst>
          </p:cNvPr>
          <p:cNvSpPr txBox="1"/>
          <p:nvPr userDrawn="1"/>
        </p:nvSpPr>
        <p:spPr>
          <a:xfrm>
            <a:off x="9637908" y="4667623"/>
            <a:ext cx="169937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50" i="0" err="1">
                <a:latin typeface="+mj-lt"/>
                <a:ea typeface="Segoe UI Black" panose="020B0A02040204020203" pitchFamily="34" charset="0"/>
              </a:rPr>
              <a:t>Bioherbicidas</a:t>
            </a:r>
            <a:endParaRPr lang="en-CA" sz="1050" i="0"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0F3EBF-5FE7-D692-6CEF-41848FE6AC3F}"/>
              </a:ext>
            </a:extLst>
          </p:cNvPr>
          <p:cNvSpPr txBox="1"/>
          <p:nvPr userDrawn="1"/>
        </p:nvSpPr>
        <p:spPr>
          <a:xfrm>
            <a:off x="9549659" y="5325533"/>
            <a:ext cx="169937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50" i="0" err="1">
                <a:latin typeface="+mj-lt"/>
                <a:ea typeface="Segoe UI Black" panose="020B0A02040204020203" pitchFamily="34" charset="0"/>
              </a:rPr>
              <a:t>Tratamentos</a:t>
            </a:r>
            <a:r>
              <a:rPr lang="en-CA" sz="1050" i="0">
                <a:latin typeface="+mj-lt"/>
                <a:ea typeface="Segoe UI Black" panose="020B0A02040204020203" pitchFamily="34" charset="0"/>
              </a:rPr>
              <a:t> </a:t>
            </a:r>
            <a:r>
              <a:rPr lang="en-CA" sz="1050" i="0" err="1">
                <a:latin typeface="+mj-lt"/>
                <a:ea typeface="Segoe UI Black" panose="020B0A02040204020203" pitchFamily="34" charset="0"/>
              </a:rPr>
              <a:t>pós</a:t>
            </a:r>
            <a:r>
              <a:rPr lang="en-CA" sz="1050" i="0">
                <a:latin typeface="+mj-lt"/>
                <a:ea typeface="Segoe UI Black" panose="020B0A02040204020203" pitchFamily="34" charset="0"/>
              </a:rPr>
              <a:t> </a:t>
            </a:r>
            <a:r>
              <a:rPr lang="en-CA" sz="1050" i="0" err="1">
                <a:latin typeface="+mj-lt"/>
                <a:ea typeface="Segoe UI Black" panose="020B0A02040204020203" pitchFamily="34" charset="0"/>
              </a:rPr>
              <a:t>colheita</a:t>
            </a:r>
            <a:endParaRPr lang="en-CA" sz="1050" i="0">
              <a:latin typeface="+mj-lt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69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accel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540000">
                                      <p:cBhvr>
                                        <p:cTn id="6" dur="10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05B6BB26-9A8B-DD46-9988-34370B7D3805}"/>
              </a:ext>
            </a:extLst>
          </p:cNvPr>
          <p:cNvCxnSpPr/>
          <p:nvPr userDrawn="1"/>
        </p:nvCxnSpPr>
        <p:spPr>
          <a:xfrm flipH="1">
            <a:off x="11139864" y="420700"/>
            <a:ext cx="31751" cy="22860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68C67E-C17F-4E16-8BFA-C91DCB628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65127"/>
            <a:ext cx="11277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8451C06-5DAA-4CC2-AA1F-8B8AB9D05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4"/>
            <a:ext cx="11277600" cy="4359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F8534FD-28DB-42D6-B1BE-CE350AF90B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A7D08-B06E-4B40-AFEC-EA8FFE49514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45928C2-6483-438B-8126-75CBB4696C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0" y="6356352"/>
            <a:ext cx="49057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88F6CC2-6A10-4A2E-AD9F-1A8DF16724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1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E4CFC-FCB1-41CF-B727-9A600EF0635C}" type="slidenum">
              <a:rPr lang="en-US" smtClean="0"/>
              <a:t>‹N°›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48EC80-9E48-A903-0ED4-BF94FD458D27}"/>
              </a:ext>
            </a:extLst>
          </p:cNvPr>
          <p:cNvSpPr txBox="1"/>
          <p:nvPr userDrawn="1"/>
        </p:nvSpPr>
        <p:spPr>
          <a:xfrm>
            <a:off x="6203099" y="6345301"/>
            <a:ext cx="4237264" cy="16503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r>
              <a:rPr lang="en-US" sz="600" dirty="0">
                <a:solidFill>
                  <a:schemeClr val="tx2"/>
                </a:solidFill>
                <a:effectLst/>
                <a:latin typeface="+mj-lt"/>
              </a:rPr>
              <a:t>CONFIDENTIAL</a:t>
            </a:r>
            <a:endParaRPr lang="en-CA" sz="600" dirty="0">
              <a:solidFill>
                <a:schemeClr val="tx2"/>
              </a:solidFill>
              <a:effectLst/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C349F9-2BBF-34C8-1AA8-8AEC6A92AD59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6489700"/>
            <a:ext cx="12192000" cy="3683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89D8DBD-EBF7-FF85-CB0B-E7E2BD57A9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440363" y="6253212"/>
            <a:ext cx="1175810" cy="47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79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69" r:id="rId2"/>
    <p:sldLayoutId id="2147483687" r:id="rId3"/>
    <p:sldLayoutId id="2147483767" r:id="rId4"/>
    <p:sldLayoutId id="2147483770" r:id="rId5"/>
    <p:sldLayoutId id="2147483768" r:id="rId6"/>
    <p:sldLayoutId id="2147483764" r:id="rId7"/>
    <p:sldLayoutId id="2147483765" r:id="rId8"/>
    <p:sldLayoutId id="2147483766" r:id="rId9"/>
    <p:sldLayoutId id="2147483696" r:id="rId10"/>
    <p:sldLayoutId id="2147483698" r:id="rId11"/>
    <p:sldLayoutId id="2147483714" r:id="rId12"/>
    <p:sldLayoutId id="2147483728" r:id="rId13"/>
    <p:sldLayoutId id="2147483772" r:id="rId14"/>
    <p:sldLayoutId id="2147483773" r:id="rId15"/>
    <p:sldLayoutId id="2147483774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i="0" kern="1200" cap="all" baseline="0">
          <a:solidFill>
            <a:schemeClr val="tx1"/>
          </a:solidFill>
          <a:latin typeface="+mj-lt"/>
          <a:ea typeface="+mj-ea"/>
          <a:cs typeface="Segoe UI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847" userDrawn="1">
          <p15:clr>
            <a:srgbClr val="F26B43"/>
          </p15:clr>
        </p15:guide>
        <p15:guide id="2" pos="1277" userDrawn="1">
          <p15:clr>
            <a:srgbClr val="F26B43"/>
          </p15:clr>
        </p15:guide>
        <p15:guide id="3" pos="7243" userDrawn="1">
          <p15:clr>
            <a:srgbClr val="F26B43"/>
          </p15:clr>
        </p15:guide>
        <p15:guide id="4" pos="4703" userDrawn="1">
          <p15:clr>
            <a:srgbClr val="F26B43"/>
          </p15:clr>
        </p15:guide>
        <p15:guide id="5" pos="4271" userDrawn="1">
          <p15:clr>
            <a:srgbClr val="F26B43"/>
          </p15:clr>
        </p15:guide>
        <p15:guide id="6" pos="415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pos="3409" userDrawn="1">
          <p15:clr>
            <a:srgbClr val="F26B43"/>
          </p15:clr>
        </p15:guide>
        <p15:guide id="9" pos="6811" userDrawn="1">
          <p15:clr>
            <a:srgbClr val="F26B43"/>
          </p15:clr>
        </p15:guide>
        <p15:guide id="10" userDrawn="1">
          <p15:clr>
            <a:srgbClr val="F26B43"/>
          </p15:clr>
        </p15:guide>
        <p15:guide id="11" pos="7680" userDrawn="1">
          <p15:clr>
            <a:srgbClr val="F26B43"/>
          </p15:clr>
        </p15:guide>
        <p15:guide id="12" orient="horz" pos="1139" userDrawn="1">
          <p15:clr>
            <a:srgbClr val="F26B43"/>
          </p15:clr>
        </p15:guide>
        <p15:guide id="13" orient="horz" pos="3770" userDrawn="1">
          <p15:clr>
            <a:srgbClr val="F26B43"/>
          </p15:clr>
        </p15:guide>
        <p15:guide id="14" pos="1708" userDrawn="1">
          <p15:clr>
            <a:srgbClr val="F26B43"/>
          </p15:clr>
        </p15:guide>
        <p15:guide id="15" pos="2139" userDrawn="1">
          <p15:clr>
            <a:srgbClr val="F26B43"/>
          </p15:clr>
        </p15:guide>
        <p15:guide id="16" pos="2547" userDrawn="1">
          <p15:clr>
            <a:srgbClr val="F26B43"/>
          </p15:clr>
        </p15:guide>
        <p15:guide id="17" pos="2979" userDrawn="1">
          <p15:clr>
            <a:srgbClr val="F26B43"/>
          </p15:clr>
        </p15:guide>
        <p15:guide id="18" pos="5111" userDrawn="1">
          <p15:clr>
            <a:srgbClr val="F26B43"/>
          </p15:clr>
        </p15:guide>
        <p15:guide id="19" pos="5541" userDrawn="1">
          <p15:clr>
            <a:srgbClr val="F26B43"/>
          </p15:clr>
        </p15:guide>
        <p15:guide id="20" pos="5972" userDrawn="1">
          <p15:clr>
            <a:srgbClr val="F26B43"/>
          </p15:clr>
        </p15:guide>
        <p15:guide id="21" pos="63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11D92D-D006-4AE1-A6F2-41E398D2E9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7237" y="1454426"/>
            <a:ext cx="6588443" cy="2387600"/>
          </a:xfrm>
        </p:spPr>
        <p:txBody>
          <a:bodyPr anchor="b">
            <a:normAutofit fontScale="90000"/>
          </a:bodyPr>
          <a:lstStyle/>
          <a:p>
            <a:pPr>
              <a:spcAft>
                <a:spcPts val="600"/>
              </a:spcAft>
            </a:pPr>
            <a:r>
              <a:rPr lang="fr-FR" dirty="0"/>
              <a:t>Veille Marketing et réglementaire par l'IA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B291987-B007-4951-A82D-DC0C5B4D6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7238" y="3842027"/>
            <a:ext cx="6588444" cy="751838"/>
          </a:xfrm>
        </p:spPr>
        <p:txBody>
          <a:bodyPr/>
          <a:lstStyle/>
          <a:p>
            <a:r>
              <a:rPr lang="fr-FR" b="0" dirty="0">
                <a:latin typeface="+mn-lt"/>
              </a:rPr>
              <a:t>Hackathon IA for Impact 2026 — Mêlée Numérique, Toulouse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83A0B9-322B-4169-AC85-AEAF1B711E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26921" y="5001610"/>
            <a:ext cx="6588443" cy="587158"/>
          </a:xfrm>
        </p:spPr>
        <p:txBody>
          <a:bodyPr/>
          <a:lstStyle/>
          <a:p>
            <a:r>
              <a:rPr lang="fr-FR" dirty="0"/>
              <a:t>30 septembre 2026</a:t>
            </a:r>
          </a:p>
        </p:txBody>
      </p:sp>
    </p:spTree>
    <p:extLst>
      <p:ext uri="{BB962C8B-B14F-4D97-AF65-F5344CB8AC3E}">
        <p14:creationId xmlns:p14="http://schemas.microsoft.com/office/powerpoint/2010/main" val="3059772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20DD-13B0-4419-9715-788DD6C22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 du défi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CE7E1-2E3D-4439-AC60-0D69B025E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842" y="1681398"/>
            <a:ext cx="5300000" cy="4500000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Les homologations de produits de protection des plantes dispersées dans des dizaines de bases nationales</a:t>
            </a:r>
          </a:p>
          <a:p>
            <a:pPr lvl="1"/>
            <a:r>
              <a:rPr lang="fr-FR" dirty="0"/>
              <a:t>Formats, langues et nomenclatures très variables.</a:t>
            </a:r>
          </a:p>
          <a:p>
            <a:pPr lvl="1"/>
            <a:endParaRPr lang="fr-FR" dirty="0"/>
          </a:p>
          <a:p>
            <a:r>
              <a:rPr lang="fr-FR" dirty="0"/>
              <a:t>Regulatory, Marketing et Sales doivent comparer l'empreinte réglementaire et commerciale de LPC et de ses concurrents.</a:t>
            </a:r>
          </a:p>
          <a:p>
            <a:pPr lvl="1"/>
            <a:endParaRPr lang="fr-FR" dirty="0"/>
          </a:p>
          <a:p>
            <a:r>
              <a:rPr lang="fr-FR" b="1" dirty="0"/>
              <a:t>Aujourd'hui : recherche manuelle, pays par pays.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2AB2F-77B2-41D0-BCBD-278508642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A49FF-A860-B34F-9B0D-8259E55517F9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D07524-58E4-47D2-BFEA-341971C64AF7}"/>
              </a:ext>
            </a:extLst>
          </p:cNvPr>
          <p:cNvSpPr>
            <a:spLocks noGrp="1"/>
          </p:cNvSpPr>
          <p:nvPr>
            <p:ph idx="30"/>
          </p:nvPr>
        </p:nvSpPr>
        <p:spPr/>
        <p:txBody>
          <a:bodyPr>
            <a:normAutofit/>
          </a:bodyPr>
          <a:lstStyle/>
          <a:p>
            <a:r>
              <a:rPr lang="fr-FR" dirty="0"/>
              <a:t>Dizaines de bases nationales</a:t>
            </a:r>
          </a:p>
          <a:p>
            <a:r>
              <a:rPr lang="fr-FR" dirty="0"/>
              <a:t>Formats et langues variés</a:t>
            </a:r>
          </a:p>
          <a:p>
            <a:r>
              <a:rPr lang="fr-FR" dirty="0"/>
              <a:t>3 régions agricoles clés </a:t>
            </a:r>
            <a:r>
              <a:rPr lang="fr-FR" sz="2000" dirty="0"/>
              <a:t>(EMEA / LATAM / NA)</a:t>
            </a:r>
            <a:endParaRPr lang="fr-FR" dirty="0"/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2"/>
          <a:srcRect l="25100" r="25100"/>
          <a:stretch>
            <a:fillRect/>
          </a:stretch>
        </p:blipFill>
        <p:spPr>
          <a:xfrm>
            <a:off x="9150000" y="1900000"/>
            <a:ext cx="2466000" cy="3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216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C5A70-7C55-4199-ABB5-CB67AB20F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Notre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E1692-863F-4C55-B1EE-72611E0BA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827" y="1681398"/>
            <a:ext cx="3102094" cy="3300000"/>
          </a:xfrm>
        </p:spPr>
        <p:txBody>
          <a:bodyPr/>
          <a:lstStyle/>
          <a:p>
            <a:pPr marL="0" indent="0">
              <a:buNone/>
            </a:pPr>
            <a:r>
              <a:rPr lang="fr-FR" b="1" dirty="0">
                <a:latin typeface="Aptos Black" panose="020B0004020202020204" pitchFamily="34" charset="0"/>
              </a:rPr>
              <a:t>Problème</a:t>
            </a:r>
          </a:p>
          <a:p>
            <a:r>
              <a:rPr lang="fr-FR" sz="2400" dirty="0"/>
              <a:t>Des sources officielles hétérogènes, multilingues et non comparables d'un pays à l'autre.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614A99-0B3C-428A-973E-5123151BFB3B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241032" y="1681398"/>
            <a:ext cx="3785368" cy="3300000"/>
          </a:xfrm>
        </p:spPr>
        <p:txBody>
          <a:bodyPr/>
          <a:lstStyle/>
          <a:p>
            <a:pPr marL="0" indent="0">
              <a:buNone/>
            </a:pPr>
            <a:r>
              <a:rPr lang="fr-FR" b="1" dirty="0">
                <a:latin typeface="Aptos Black" panose="020B0004020202020204" pitchFamily="34" charset="0"/>
              </a:rPr>
              <a:t>Rêve</a:t>
            </a:r>
          </a:p>
          <a:p>
            <a:r>
              <a:rPr lang="fr-FR" sz="2400" dirty="0"/>
              <a:t>Un référentiel mondial unique, structuré, traçable et interrogeable des homologations.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2069A4-4272-45E1-9E7A-776855B5D46A}"/>
              </a:ext>
            </a:extLst>
          </p:cNvPr>
          <p:cNvSpPr>
            <a:spLocks noGrp="1"/>
          </p:cNvSpPr>
          <p:nvPr>
            <p:ph idx="31"/>
          </p:nvPr>
        </p:nvSpPr>
        <p:spPr>
          <a:xfrm>
            <a:off x="8489964" y="1681398"/>
            <a:ext cx="3123161" cy="3300000"/>
          </a:xfrm>
        </p:spPr>
        <p:txBody>
          <a:bodyPr/>
          <a:lstStyle/>
          <a:p>
            <a:pPr marL="0" indent="0">
              <a:buNone/>
            </a:pPr>
            <a:r>
              <a:rPr lang="fr-FR" b="1" dirty="0">
                <a:latin typeface="Aptos Black" panose="020B0004020202020204" pitchFamily="34" charset="0"/>
              </a:rPr>
              <a:t>Valeur</a:t>
            </a:r>
          </a:p>
          <a:p>
            <a:r>
              <a:rPr lang="fr-FR" sz="2400" dirty="0"/>
              <a:t>Des réponses sourcées en quelques minutes plutôt qu'en plusieurs jours de recherche manuelle.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94F7C-9204-4CDE-88BB-797323E920D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94394" y="338151"/>
            <a:ext cx="418732" cy="365125"/>
          </a:xfrm>
        </p:spPr>
        <p:txBody>
          <a:bodyPr/>
          <a:lstStyle/>
          <a:p>
            <a:fld id="{2FCA49FF-A860-B34F-9B0D-8259E55517F9}" type="slidenum">
              <a:rPr lang="fr-FR" smtClean="0"/>
              <a:pPr/>
              <a:t>3</a:t>
            </a:fld>
            <a:endParaRPr lang="fr-FR"/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2"/>
          <a:srcRect t="36500" b="46500"/>
          <a:stretch>
            <a:fillRect/>
          </a:stretch>
        </p:blipFill>
        <p:spPr>
          <a:xfrm>
            <a:off x="575827" y="4631634"/>
            <a:ext cx="11040346" cy="125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278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52C2E-5870-4DB4-A58A-BE62C1706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Notre attente idéalement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DFB65-BFFE-4DEB-B7E0-5516F8B1C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827" y="1681398"/>
            <a:ext cx="4100000" cy="4500000"/>
          </a:xfrm>
        </p:spPr>
        <p:txBody>
          <a:bodyPr>
            <a:normAutofit fontScale="92000"/>
          </a:bodyPr>
          <a:lstStyle/>
          <a:p>
            <a:pPr marL="0" indent="0">
              <a:buNone/>
            </a:pPr>
            <a:r>
              <a:rPr lang="fr-FR" b="1" dirty="0">
                <a:latin typeface="Aptos Black" panose="020B0004020202020204" pitchFamily="34" charset="0"/>
              </a:rPr>
              <a:t>Livrable attendu</a:t>
            </a:r>
          </a:p>
          <a:p>
            <a:r>
              <a:rPr lang="fr-FR" dirty="0"/>
              <a:t>Prototype : collecte, extraction IA, normalisation, recherche, comparaison.</a:t>
            </a:r>
          </a:p>
          <a:p>
            <a:r>
              <a:rPr lang="fr-FR" dirty="0"/>
              <a:t>Modèle de données et tableau produit x pays x usage.</a:t>
            </a:r>
          </a:p>
          <a:p>
            <a:r>
              <a:rPr lang="fr-FR" dirty="0"/>
              <a:t>Dépôt Git complet, relançable depuis le seul README.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9C92A-CEAA-4DE1-8E02-6B3C0B0BB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A49FF-A860-B34F-9B0D-8259E55517F9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C27533-F722-4C62-A42B-F323A696A0A2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950000" y="1681398"/>
            <a:ext cx="3700000" cy="450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latin typeface="Aptos Black" panose="020B0004020202020204" pitchFamily="34" charset="0"/>
              </a:rPr>
              <a:t>Critères de réussite</a:t>
            </a:r>
          </a:p>
          <a:p>
            <a:r>
              <a:rPr lang="fr-FR" dirty="0"/>
              <a:t>3 sources officielles, 2 régions différentes.</a:t>
            </a:r>
          </a:p>
          <a:p>
            <a:r>
              <a:rPr lang="fr-FR" dirty="0"/>
              <a:t>Tableau produit x pays x usage, source et date.</a:t>
            </a:r>
          </a:p>
          <a:p>
            <a:r>
              <a:rPr lang="fr-FR" dirty="0"/>
              <a:t>Intégration Microsoft 365 démontrée.</a:t>
            </a: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0000" y="2100000"/>
            <a:ext cx="2700000" cy="2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068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9FEA-3122-4A5B-9B77-8C7E8667A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Rejoignez le défi 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52D41-D1C3-40E5-A100-AEB6375C2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827" y="1681399"/>
            <a:ext cx="6700000" cy="46597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latin typeface="Aptos Black" panose="020B0004020202020204" pitchFamily="34" charset="0"/>
              </a:rPr>
              <a:t>De la donnée réglementaire dispersée à la décision instantanée.</a:t>
            </a:r>
          </a:p>
          <a:p>
            <a:pPr lvl="1"/>
            <a:r>
              <a:rPr lang="fr-FR" dirty="0"/>
              <a:t>30h pour prototyper un agent IA interrogeable en langage naturel, ouvert, traçable et repris par Lallemand Plant Care après le hackathon.</a:t>
            </a:r>
          </a:p>
          <a:p>
            <a:pPr lvl="1"/>
            <a:endParaRPr lang="fr-FR" dirty="0"/>
          </a:p>
          <a:p>
            <a:pPr marL="0" indent="0">
              <a:buNone/>
            </a:pPr>
            <a:r>
              <a:rPr lang="fr-FR" b="1" dirty="0">
                <a:latin typeface="Aptos Black" panose="020B0004020202020204" pitchFamily="34" charset="0"/>
              </a:rPr>
              <a:t>Contacts référents</a:t>
            </a:r>
          </a:p>
          <a:p>
            <a:pPr lvl="1"/>
            <a:r>
              <a:rPr lang="fr-FR" dirty="0"/>
              <a:t>Matthieu Noël (Marketing)</a:t>
            </a:r>
          </a:p>
          <a:p>
            <a:pPr lvl="1"/>
            <a:r>
              <a:rPr lang="fr-FR" dirty="0"/>
              <a:t>Sacha Clément (Solutions intégrées)</a:t>
            </a:r>
          </a:p>
          <a:p>
            <a:pPr lvl="1"/>
            <a:r>
              <a:rPr lang="fr-FR" dirty="0"/>
              <a:t>Adrien Richard (Field Solutions)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63236-5202-4AA9-82CB-92DAC610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A49FF-A860-B34F-9B0D-8259E55517F9}" type="slidenum">
              <a:rPr lang="fr-FR" smtClean="0"/>
              <a:pPr/>
              <a:t>5</a:t>
            </a:fld>
            <a:endParaRPr lang="fr-FR" dirty="0"/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2"/>
          <a:srcRect l="18850" r="18850"/>
          <a:stretch>
            <a:fillRect/>
          </a:stretch>
        </p:blipFill>
        <p:spPr>
          <a:xfrm>
            <a:off x="7600000" y="1681399"/>
            <a:ext cx="4016000" cy="4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41348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LPC Red and Gray">
      <a:dk1>
        <a:srgbClr val="333F48"/>
      </a:dk1>
      <a:lt1>
        <a:srgbClr val="FFFFFF"/>
      </a:lt1>
      <a:dk2>
        <a:srgbClr val="EA1C2D"/>
      </a:dk2>
      <a:lt2>
        <a:srgbClr val="EAEBEC"/>
      </a:lt2>
      <a:accent1>
        <a:srgbClr val="EBEBEB"/>
      </a:accent1>
      <a:accent2>
        <a:srgbClr val="D6D6D6"/>
      </a:accent2>
      <a:accent3>
        <a:srgbClr val="C2C2C2"/>
      </a:accent3>
      <a:accent4>
        <a:srgbClr val="ADADAD"/>
      </a:accent4>
      <a:accent5>
        <a:srgbClr val="333F48"/>
      </a:accent5>
      <a:accent6>
        <a:srgbClr val="EA1C2D"/>
      </a:accent6>
      <a:hlink>
        <a:srgbClr val="333F48"/>
      </a:hlink>
      <a:folHlink>
        <a:srgbClr val="EA1C2D"/>
      </a:folHlink>
    </a:clrScheme>
    <a:fontScheme name="LPC Segoe UI">
      <a:majorFont>
        <a:latin typeface="Segoe UI Semibold"/>
        <a:ea typeface=""/>
        <a:cs typeface=""/>
      </a:majorFont>
      <a:minorFont>
        <a:latin typeface="Segoe UI Semilight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PC_Template Presentation_EN_09-22" id="{E06E2E28-EB22-429D-AF67-6BA79713315D}" vid="{DE327C26-4ADD-4925-A556-A0CDD4026FAA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ypeofdocument xmlns="ddb6b5af-2d8f-4753-bb2b-851b18b51307">Microsoft Office Templates</Typeofdocument>
    <Description xmlns="ddb6b5af-2d8f-4753-bb2b-851b18b51307" xsi:nil="true"/>
    <Status xmlns="ddb6b5af-2d8f-4753-bb2b-851b18b51307">Active</Status>
    <TaxCatchAll xmlns="88191125-f613-4f46-83a5-4f707d0af402">
      <Value>3</Value>
    </TaxCatchAll>
    <eeb29a55710a49f1ab78753ed188aeb7 xmlns="ddb6b5af-2d8f-4753-bb2b-851b18b51307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English</TermName>
          <TermId xmlns="http://schemas.microsoft.com/office/infopath/2007/PartnerControls">75edb865-bb90-47c6-af49-47ed6cd1d6b0</TermId>
        </TermInfo>
      </Terms>
    </eeb29a55710a49f1ab78753ed188aeb7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99036149D21D42BE689BFA56454DA5" ma:contentTypeVersion="12" ma:contentTypeDescription="Create a new document." ma:contentTypeScope="" ma:versionID="46f196e0539e3d0c533af313ce4b8797">
  <xsd:schema xmlns:xsd="http://www.w3.org/2001/XMLSchema" xmlns:xs="http://www.w3.org/2001/XMLSchema" xmlns:p="http://schemas.microsoft.com/office/2006/metadata/properties" xmlns:ns2="ddb6b5af-2d8f-4753-bb2b-851b18b51307" xmlns:ns3="88191125-f613-4f46-83a5-4f707d0af402" targetNamespace="http://schemas.microsoft.com/office/2006/metadata/properties" ma:root="true" ma:fieldsID="7beef1a4c9fa0b9945c262975ee39057" ns2:_="" ns3:_="">
    <xsd:import namespace="ddb6b5af-2d8f-4753-bb2b-851b18b51307"/>
    <xsd:import namespace="88191125-f613-4f46-83a5-4f707d0af402"/>
    <xsd:element name="properties">
      <xsd:complexType>
        <xsd:sequence>
          <xsd:element name="documentManagement">
            <xsd:complexType>
              <xsd:all>
                <xsd:element ref="ns2:Typeofdocument" minOccurs="0"/>
                <xsd:element ref="ns2:Description" minOccurs="0"/>
                <xsd:element ref="ns2:Status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eeb29a55710a49f1ab78753ed188aeb7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b6b5af-2d8f-4753-bb2b-851b18b51307" elementFormDefault="qualified">
    <xsd:import namespace="http://schemas.microsoft.com/office/2006/documentManagement/types"/>
    <xsd:import namespace="http://schemas.microsoft.com/office/infopath/2007/PartnerControls"/>
    <xsd:element name="Typeofdocument" ma:index="8" nillable="true" ma:displayName="Type of document" ma:format="Dropdown" ma:internalName="Typeofdocument">
      <xsd:simpleType>
        <xsd:restriction base="dms:Choice">
          <xsd:enumeration value="Presentations &amp; Brochures"/>
          <xsd:enumeration value="Microsoft Office Templates"/>
          <xsd:enumeration value="Signature"/>
          <xsd:enumeration value="Branding &amp; Fonts"/>
          <xsd:enumeration value="File Naming Guidelines"/>
        </xsd:restriction>
      </xsd:simpleType>
    </xsd:element>
    <xsd:element name="Description" ma:index="9" nillable="true" ma:displayName="Description" ma:format="Dropdown" ma:internalName="Description">
      <xsd:simpleType>
        <xsd:restriction base="dms:Note">
          <xsd:maxLength value="255"/>
        </xsd:restriction>
      </xsd:simpleType>
    </xsd:element>
    <xsd:element name="Status" ma:index="10" nillable="true" ma:displayName="Status" ma:default="Active" ma:format="Dropdown" ma:internalName="Status">
      <xsd:simpleType>
        <xsd:restriction base="dms:Choice">
          <xsd:enumeration value="Active"/>
          <xsd:enumeration value="Inactive"/>
        </xsd:restriction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eeb29a55710a49f1ab78753ed188aeb7" ma:index="17" nillable="true" ma:taxonomy="true" ma:internalName="eeb29a55710a49f1ab78753ed188aeb7" ma:taxonomyFieldName="Language" ma:displayName="Language" ma:default="" ma:fieldId="{eeb29a55-710a-49f1-ab78-753ed188aeb7}" ma:taxonomyMulti="true" ma:sspId="617ff997-b781-42bb-af4e-031550e0a627" ma:termSetId="2878d8b9-d892-491a-846f-b3b9e2734886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191125-f613-4f46-83a5-4f707d0af402" elementFormDefault="qualified">
    <xsd:import namespace="http://schemas.microsoft.com/office/2006/documentManagement/types"/>
    <xsd:import namespace="http://schemas.microsoft.com/office/infopath/2007/PartnerControls"/>
    <xsd:element name="TaxCatchAll" ma:index="11" nillable="true" ma:displayName="Taxonomy Catch All Column" ma:hidden="true" ma:list="{06549fa7-fc8f-40ca-ba13-522875f1cedf}" ma:internalName="TaxCatchAll" ma:showField="CatchAllData" ma:web="88191125-f613-4f46-83a5-4f707d0af4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39B8F-B5A1-4FE4-806E-52946BA1C7A1}">
  <ds:schemaRefs>
    <ds:schemaRef ds:uri="4514971b-98e3-4492-af3a-437a718e93f8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958497c7-fcb7-4efc-ab37-c5d8583e4b82"/>
    <ds:schemaRef ds:uri="http://purl.org/dc/elements/1.1/"/>
    <ds:schemaRef ds:uri="http://purl.org/dc/dcmitype/"/>
    <ds:schemaRef ds:uri="http://schemas.microsoft.com/office/infopath/2007/PartnerControls"/>
    <ds:schemaRef ds:uri="http://www.w3.org/XML/1998/namespace"/>
    <ds:schemaRef ds:uri="67366372-3a87-46a4-84ef-b5748131042f"/>
    <ds:schemaRef ds:uri="ddb6b5af-2d8f-4753-bb2b-851b18b51307"/>
    <ds:schemaRef ds:uri="88191125-f613-4f46-83a5-4f707d0af402"/>
  </ds:schemaRefs>
</ds:datastoreItem>
</file>

<file path=customXml/itemProps2.xml><?xml version="1.0" encoding="utf-8"?>
<ds:datastoreItem xmlns:ds="http://schemas.openxmlformats.org/officeDocument/2006/customXml" ds:itemID="{9989E4FD-9287-4F3B-BCEF-7901B37ECF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2D9AA12-7818-4CA0-BF8B-C4ECF6EF13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db6b5af-2d8f-4753-bb2b-851b18b51307"/>
    <ds:schemaRef ds:uri="88191125-f613-4f46-83a5-4f707d0af4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LPC_Template Presentation_EN_09-22</Template>
  <TotalTime>0</TotalTime>
  <Words>265</Words>
  <Application>Microsoft Office PowerPoint</Application>
  <PresentationFormat>Grand écran</PresentationFormat>
  <Paragraphs>42</Paragraphs>
  <Slides>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3" baseType="lpstr">
      <vt:lpstr>Aptos Black</vt:lpstr>
      <vt:lpstr>Arial</vt:lpstr>
      <vt:lpstr>Calibri</vt:lpstr>
      <vt:lpstr>Segoe UI</vt:lpstr>
      <vt:lpstr>Segoe UI Black</vt:lpstr>
      <vt:lpstr>Segoe UI Semibold</vt:lpstr>
      <vt:lpstr>Segoe UI Semilight</vt:lpstr>
      <vt:lpstr>Thème Office</vt:lpstr>
      <vt:lpstr>Veille Marketing et réglementaire par l'IA</vt:lpstr>
      <vt:lpstr>Contexte du défi</vt:lpstr>
      <vt:lpstr>Notre vision</vt:lpstr>
      <vt:lpstr>Notre attente idéalement</vt:lpstr>
      <vt:lpstr>Rejoignez le défi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Adrien Richard</dc:creator>
  <cp:lastModifiedBy>Adrien Richard</cp:lastModifiedBy>
  <cp:revision>4</cp:revision>
  <dcterms:created xsi:type="dcterms:W3CDTF">2026-09-29T09:03:19Z</dcterms:created>
  <dcterms:modified xsi:type="dcterms:W3CDTF">2026-09-29T09:41:49Z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0x0101006299036149D21D42BE689BFA56454DA5</vt:lpwstr>
  </property>
  <property fmtid="{D5CDD505-2E9C-101B-9397-08002B2CF9AE}" pid="3" name="Type of document">
    <vt:lpwstr>Templates (Word, PPT, etc.)</vt:lpwstr>
  </property>
  <property fmtid="{D5CDD505-2E9C-101B-9397-08002B2CF9AE}" pid="4" name="SharedWithUsers">
    <vt:lpwstr>1104;#Rosario De Novais Victor</vt:lpwstr>
  </property>
  <property fmtid="{D5CDD505-2E9C-101B-9397-08002B2CF9AE}" pid="5" name="Status">
    <vt:lpwstr>Active</vt:lpwstr>
  </property>
  <property fmtid="{D5CDD505-2E9C-101B-9397-08002B2CF9AE}" pid="6" name="TEST COUNTRY MANAGED DATA">
    <vt:lpwstr/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TriggerFlowInfo">
    <vt:lpwstr/>
  </property>
  <property fmtid="{D5CDD505-2E9C-101B-9397-08002B2CF9AE}" pid="11" name="TEST_x0020_COUNTRY_x0020_MANAGED_x0020_DATA">
    <vt:lpwstr/>
  </property>
  <property fmtid="{D5CDD505-2E9C-101B-9397-08002B2CF9AE}" pid="12" name="xd_Signature">
    <vt:bool>false</vt:bool>
  </property>
  <property fmtid="{D5CDD505-2E9C-101B-9397-08002B2CF9AE}" pid="13" name="Language">
    <vt:lpwstr>3;#English|75edb865-bb90-47c6-af49-47ed6cd1d6b0</vt:lpwstr>
  </property>
</Properties>
</file>